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microsoft.com/office/2020/02/relationships/classificationlabels" Target="docMetadata/LabelInfo.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256" r:id="rId2"/>
    <p:sldId id="261" r:id="rId3"/>
    <p:sldId id="260" r:id="rId4"/>
    <p:sldId id="264" r:id="rId5"/>
    <p:sldId id="265" r:id="rId6"/>
    <p:sldId id="259" r:id="rId7"/>
    <p:sldId id="262" r:id="rId8"/>
    <p:sldId id="258" r:id="rId9"/>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6006" autoAdjust="0"/>
    <p:restoredTop sz="94660"/>
  </p:normalViewPr>
  <p:slideViewPr>
    <p:cSldViewPr snapToGrid="0">
      <p:cViewPr varScale="1">
        <p:scale>
          <a:sx n="83" d="100"/>
          <a:sy n="83" d="100"/>
        </p:scale>
        <p:origin x="390" y="5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heme" Target="theme/theme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viewProps" Target="viewProps.xml"/><Relationship Id="rId5" Type="http://schemas.openxmlformats.org/officeDocument/2006/relationships/slide" Target="slides/slide4.xml"/><Relationship Id="rId10"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154955" y="1447800"/>
            <a:ext cx="8825658" cy="3329581"/>
          </a:xfrm>
        </p:spPr>
        <p:txBody>
          <a:bodyPr anchor="b"/>
          <a:lstStyle>
            <a:lvl1pPr>
              <a:defRPr sz="7200"/>
            </a:lvl1pPr>
          </a:lstStyle>
          <a:p>
            <a:r>
              <a:rPr lang="en-US"/>
              <a:t>Click to edit Master title style</a:t>
            </a:r>
            <a:endParaRPr lang="en-US" dirty="0"/>
          </a:p>
        </p:txBody>
      </p:sp>
      <p:sp>
        <p:nvSpPr>
          <p:cNvPr id="3" name="Subtitle 2"/>
          <p:cNvSpPr>
            <a:spLocks noGrp="1"/>
          </p:cNvSpPr>
          <p:nvPr>
            <p:ph type="subTitle" idx="1"/>
          </p:nvPr>
        </p:nvSpPr>
        <p:spPr>
          <a:xfrm>
            <a:off x="1154955" y="4777380"/>
            <a:ext cx="8825658" cy="861420"/>
          </a:xfrm>
        </p:spPr>
        <p:txBody>
          <a:bodyPr anchor="t"/>
          <a:lstStyle>
            <a:lvl1pPr marL="0" indent="0" algn="l">
              <a:buNone/>
              <a:defRPr cap="all">
                <a:solidFill>
                  <a:schemeClr val="bg2">
                    <a:lumMod val="40000"/>
                    <a:lumOff val="6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6B3DA57C-A025-4DCD-9F3D-EB6C1032BC38}" type="datetimeFigureOut">
              <a:rPr lang="en-GB" smtClean="0"/>
              <a:t>21/09/2026</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8EC4805A-ECCF-48FF-BD90-20B82A2683B9}" type="slidenum">
              <a:rPr lang="en-GB" smtClean="0"/>
              <a:t>‹#›</a:t>
            </a:fld>
            <a:endParaRPr lang="en-GB"/>
          </a:p>
        </p:txBody>
      </p:sp>
    </p:spTree>
    <p:extLst>
      <p:ext uri="{BB962C8B-B14F-4D97-AF65-F5344CB8AC3E}">
        <p14:creationId xmlns:p14="http://schemas.microsoft.com/office/powerpoint/2010/main" val="210607035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3"/>
          <p:cNvSpPr>
            <a:spLocks noGrp="1"/>
          </p:cNvSpPr>
          <p:nvPr>
            <p:ph type="dt" sz="half" idx="10"/>
          </p:nvPr>
        </p:nvSpPr>
        <p:spPr/>
        <p:txBody>
          <a:bodyPr/>
          <a:lstStyle/>
          <a:p>
            <a:fld id="{6B3DA57C-A025-4DCD-9F3D-EB6C1032BC38}" type="datetimeFigureOut">
              <a:rPr lang="en-GB" smtClean="0"/>
              <a:t>21/09/2026</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8EC4805A-ECCF-48FF-BD90-20B82A2683B9}" type="slidenum">
              <a:rPr lang="en-GB" smtClean="0"/>
              <a:t>‹#›</a:t>
            </a:fld>
            <a:endParaRPr lang="en-GB"/>
          </a:p>
        </p:txBody>
      </p:sp>
    </p:spTree>
    <p:extLst>
      <p:ext uri="{BB962C8B-B14F-4D97-AF65-F5344CB8AC3E}">
        <p14:creationId xmlns:p14="http://schemas.microsoft.com/office/powerpoint/2010/main" val="331349372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154956" y="2861733"/>
            <a:ext cx="8825657" cy="1915647"/>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1154955" y="4777381"/>
            <a:ext cx="8825658" cy="860400"/>
          </a:xfrm>
        </p:spPr>
        <p:txBody>
          <a:bodyPr anchor="t"/>
          <a:lstStyle>
            <a:lvl1pPr marL="0" indent="0" algn="l">
              <a:buNone/>
              <a:defRPr sz="2000" cap="all">
                <a:solidFill>
                  <a:schemeClr val="bg2">
                    <a:lumMod val="40000"/>
                    <a:lumOff val="6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6B3DA57C-A025-4DCD-9F3D-EB6C1032BC38}" type="datetimeFigureOut">
              <a:rPr lang="en-GB" smtClean="0"/>
              <a:t>21/09/2026</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8EC4805A-ECCF-48FF-BD90-20B82A2683B9}" type="slidenum">
              <a:rPr lang="en-GB" smtClean="0"/>
              <a:t>‹#›</a:t>
            </a:fld>
            <a:endParaRPr lang="en-GB"/>
          </a:p>
        </p:txBody>
      </p:sp>
    </p:spTree>
    <p:extLst>
      <p:ext uri="{BB962C8B-B14F-4D97-AF65-F5344CB8AC3E}">
        <p14:creationId xmlns:p14="http://schemas.microsoft.com/office/powerpoint/2010/main" val="175868553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1103312" y="2060575"/>
            <a:ext cx="4396339" cy="4195763"/>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654493" y="2056092"/>
            <a:ext cx="4396341" cy="4200245"/>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6B3DA57C-A025-4DCD-9F3D-EB6C1032BC38}" type="datetimeFigureOut">
              <a:rPr lang="en-GB" smtClean="0"/>
              <a:t>21/09/2026</a:t>
            </a:fld>
            <a:endParaRPr lang="en-GB"/>
          </a:p>
        </p:txBody>
      </p:sp>
      <p:sp>
        <p:nvSpPr>
          <p:cNvPr id="6" name="Footer Placeholder 5"/>
          <p:cNvSpPr>
            <a:spLocks noGrp="1"/>
          </p:cNvSpPr>
          <p:nvPr>
            <p:ph type="ftr" sz="quarter" idx="11"/>
          </p:nvPr>
        </p:nvSpPr>
        <p:spPr/>
        <p:txBody>
          <a:bodyPr/>
          <a:lstStyle/>
          <a:p>
            <a:endParaRPr lang="en-GB"/>
          </a:p>
        </p:txBody>
      </p:sp>
      <p:sp>
        <p:nvSpPr>
          <p:cNvPr id="7" name="Slide Number Placeholder 6"/>
          <p:cNvSpPr>
            <a:spLocks noGrp="1"/>
          </p:cNvSpPr>
          <p:nvPr>
            <p:ph type="sldNum" sz="quarter" idx="12"/>
          </p:nvPr>
        </p:nvSpPr>
        <p:spPr/>
        <p:txBody>
          <a:bodyPr/>
          <a:lstStyle/>
          <a:p>
            <a:fld id="{8EC4805A-ECCF-48FF-BD90-20B82A2683B9}" type="slidenum">
              <a:rPr lang="en-GB" smtClean="0"/>
              <a:t>‹#›</a:t>
            </a:fld>
            <a:endParaRPr lang="en-GB"/>
          </a:p>
        </p:txBody>
      </p:sp>
    </p:spTree>
    <p:extLst>
      <p:ext uri="{BB962C8B-B14F-4D97-AF65-F5344CB8AC3E}">
        <p14:creationId xmlns:p14="http://schemas.microsoft.com/office/powerpoint/2010/main" val="60010558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1103313" y="1905000"/>
            <a:ext cx="4396338"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103312" y="2514600"/>
            <a:ext cx="4396339" cy="3741738"/>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5654495" y="1905000"/>
            <a:ext cx="4396339"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5654495" y="2514600"/>
            <a:ext cx="4396339" cy="3741738"/>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6B3DA57C-A025-4DCD-9F3D-EB6C1032BC38}" type="datetimeFigureOut">
              <a:rPr lang="en-GB" smtClean="0"/>
              <a:t>21/09/2026</a:t>
            </a:fld>
            <a:endParaRPr lang="en-GB"/>
          </a:p>
        </p:txBody>
      </p:sp>
      <p:sp>
        <p:nvSpPr>
          <p:cNvPr id="8" name="Footer Placeholder 7"/>
          <p:cNvSpPr>
            <a:spLocks noGrp="1"/>
          </p:cNvSpPr>
          <p:nvPr>
            <p:ph type="ftr" sz="quarter" idx="11"/>
          </p:nvPr>
        </p:nvSpPr>
        <p:spPr/>
        <p:txBody>
          <a:bodyPr/>
          <a:lstStyle/>
          <a:p>
            <a:endParaRPr lang="en-GB"/>
          </a:p>
        </p:txBody>
      </p:sp>
      <p:sp>
        <p:nvSpPr>
          <p:cNvPr id="9" name="Slide Number Placeholder 8"/>
          <p:cNvSpPr>
            <a:spLocks noGrp="1"/>
          </p:cNvSpPr>
          <p:nvPr>
            <p:ph type="sldNum" sz="quarter" idx="12"/>
          </p:nvPr>
        </p:nvSpPr>
        <p:spPr/>
        <p:txBody>
          <a:bodyPr/>
          <a:lstStyle/>
          <a:p>
            <a:fld id="{8EC4805A-ECCF-48FF-BD90-20B82A2683B9}" type="slidenum">
              <a:rPr lang="en-GB" smtClean="0"/>
              <a:t>‹#›</a:t>
            </a:fld>
            <a:endParaRPr lang="en-GB"/>
          </a:p>
        </p:txBody>
      </p:sp>
    </p:spTree>
    <p:extLst>
      <p:ext uri="{BB962C8B-B14F-4D97-AF65-F5344CB8AC3E}">
        <p14:creationId xmlns:p14="http://schemas.microsoft.com/office/powerpoint/2010/main" val="394410328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7" name="Date Placeholder 2"/>
          <p:cNvSpPr>
            <a:spLocks noGrp="1"/>
          </p:cNvSpPr>
          <p:nvPr>
            <p:ph type="dt" sz="half" idx="10"/>
          </p:nvPr>
        </p:nvSpPr>
        <p:spPr/>
        <p:txBody>
          <a:bodyPr/>
          <a:lstStyle/>
          <a:p>
            <a:fld id="{6B3DA57C-A025-4DCD-9F3D-EB6C1032BC38}" type="datetimeFigureOut">
              <a:rPr lang="en-GB" smtClean="0"/>
              <a:t>21/09/2026</a:t>
            </a:fld>
            <a:endParaRPr lang="en-GB"/>
          </a:p>
        </p:txBody>
      </p:sp>
      <p:sp>
        <p:nvSpPr>
          <p:cNvPr id="5" name="Footer Placeholder 3"/>
          <p:cNvSpPr>
            <a:spLocks noGrp="1"/>
          </p:cNvSpPr>
          <p:nvPr>
            <p:ph type="ftr" sz="quarter" idx="11"/>
          </p:nvPr>
        </p:nvSpPr>
        <p:spPr/>
        <p:txBody>
          <a:bodyPr/>
          <a:lstStyle/>
          <a:p>
            <a:endParaRPr lang="en-GB"/>
          </a:p>
        </p:txBody>
      </p:sp>
      <p:sp>
        <p:nvSpPr>
          <p:cNvPr id="6" name="Slide Number Placeholder 4"/>
          <p:cNvSpPr>
            <a:spLocks noGrp="1"/>
          </p:cNvSpPr>
          <p:nvPr>
            <p:ph type="sldNum" sz="quarter" idx="12"/>
          </p:nvPr>
        </p:nvSpPr>
        <p:spPr/>
        <p:txBody>
          <a:bodyPr/>
          <a:lstStyle/>
          <a:p>
            <a:fld id="{8EC4805A-ECCF-48FF-BD90-20B82A2683B9}" type="slidenum">
              <a:rPr lang="en-GB" smtClean="0"/>
              <a:t>‹#›</a:t>
            </a:fld>
            <a:endParaRPr lang="en-GB"/>
          </a:p>
        </p:txBody>
      </p:sp>
    </p:spTree>
    <p:extLst>
      <p:ext uri="{BB962C8B-B14F-4D97-AF65-F5344CB8AC3E}">
        <p14:creationId xmlns:p14="http://schemas.microsoft.com/office/powerpoint/2010/main" val="2599888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7" name="Date Placeholder 1"/>
          <p:cNvSpPr>
            <a:spLocks noGrp="1"/>
          </p:cNvSpPr>
          <p:nvPr>
            <p:ph type="dt" sz="half" idx="10"/>
          </p:nvPr>
        </p:nvSpPr>
        <p:spPr/>
        <p:txBody>
          <a:bodyPr/>
          <a:lstStyle/>
          <a:p>
            <a:fld id="{6B3DA57C-A025-4DCD-9F3D-EB6C1032BC38}" type="datetimeFigureOut">
              <a:rPr lang="en-GB" smtClean="0"/>
              <a:t>21/09/2026</a:t>
            </a:fld>
            <a:endParaRPr lang="en-GB"/>
          </a:p>
        </p:txBody>
      </p:sp>
      <p:sp>
        <p:nvSpPr>
          <p:cNvPr id="5" name="Footer Placeholder 2"/>
          <p:cNvSpPr>
            <a:spLocks noGrp="1"/>
          </p:cNvSpPr>
          <p:nvPr>
            <p:ph type="ftr" sz="quarter" idx="11"/>
          </p:nvPr>
        </p:nvSpPr>
        <p:spPr/>
        <p:txBody>
          <a:bodyPr/>
          <a:lstStyle/>
          <a:p>
            <a:endParaRPr lang="en-GB"/>
          </a:p>
        </p:txBody>
      </p:sp>
      <p:sp>
        <p:nvSpPr>
          <p:cNvPr id="6" name="Slide Number Placeholder 3"/>
          <p:cNvSpPr>
            <a:spLocks noGrp="1"/>
          </p:cNvSpPr>
          <p:nvPr>
            <p:ph type="sldNum" sz="quarter" idx="12"/>
          </p:nvPr>
        </p:nvSpPr>
        <p:spPr/>
        <p:txBody>
          <a:bodyPr/>
          <a:lstStyle/>
          <a:p>
            <a:fld id="{8EC4805A-ECCF-48FF-BD90-20B82A2683B9}" type="slidenum">
              <a:rPr lang="en-GB" smtClean="0"/>
              <a:t>‹#›</a:t>
            </a:fld>
            <a:endParaRPr lang="en-GB"/>
          </a:p>
        </p:txBody>
      </p:sp>
    </p:spTree>
    <p:extLst>
      <p:ext uri="{BB962C8B-B14F-4D97-AF65-F5344CB8AC3E}">
        <p14:creationId xmlns:p14="http://schemas.microsoft.com/office/powerpoint/2010/main" val="258740214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54953" y="1447800"/>
            <a:ext cx="3401064" cy="1447800"/>
          </a:xfrm>
        </p:spPr>
        <p:txBody>
          <a:bodyPr anchor="b"/>
          <a:lstStyle>
            <a:lvl1pPr algn="l">
              <a:defRPr sz="2400" b="0"/>
            </a:lvl1pPr>
          </a:lstStyle>
          <a:p>
            <a:r>
              <a:rPr lang="en-US"/>
              <a:t>Click to edit Master title style</a:t>
            </a:r>
            <a:endParaRPr lang="en-US" dirty="0"/>
          </a:p>
        </p:txBody>
      </p:sp>
      <p:sp>
        <p:nvSpPr>
          <p:cNvPr id="3" name="Content Placeholder 2"/>
          <p:cNvSpPr>
            <a:spLocks noGrp="1"/>
          </p:cNvSpPr>
          <p:nvPr>
            <p:ph idx="1"/>
          </p:nvPr>
        </p:nvSpPr>
        <p:spPr>
          <a:xfrm>
            <a:off x="4784616" y="1447800"/>
            <a:ext cx="5195997" cy="4572000"/>
          </a:xfrm>
        </p:spPr>
        <p:txBody>
          <a:bodyPr anchor="ctr">
            <a:normAutofit/>
          </a:bodyPr>
          <a:lstStyle>
            <a:lvl1pPr>
              <a:defRPr sz="2000"/>
            </a:lvl1pPr>
            <a:lvl2pPr>
              <a:defRPr sz="1800"/>
            </a:lvl2pPr>
            <a:lvl3pPr>
              <a:defRPr sz="16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154953" y="3129280"/>
            <a:ext cx="3401063" cy="2895599"/>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7" name="Date Placeholder 4"/>
          <p:cNvSpPr>
            <a:spLocks noGrp="1"/>
          </p:cNvSpPr>
          <p:nvPr>
            <p:ph type="dt" sz="half" idx="10"/>
          </p:nvPr>
        </p:nvSpPr>
        <p:spPr/>
        <p:txBody>
          <a:bodyPr/>
          <a:lstStyle/>
          <a:p>
            <a:fld id="{6B3DA57C-A025-4DCD-9F3D-EB6C1032BC38}" type="datetimeFigureOut">
              <a:rPr lang="en-GB" smtClean="0"/>
              <a:t>21/09/2026</a:t>
            </a:fld>
            <a:endParaRPr lang="en-GB"/>
          </a:p>
        </p:txBody>
      </p:sp>
      <p:sp>
        <p:nvSpPr>
          <p:cNvPr id="5" name="Footer Placeholder 5"/>
          <p:cNvSpPr>
            <a:spLocks noGrp="1"/>
          </p:cNvSpPr>
          <p:nvPr>
            <p:ph type="ftr" sz="quarter" idx="11"/>
          </p:nvPr>
        </p:nvSpPr>
        <p:spPr/>
        <p:txBody>
          <a:bodyPr/>
          <a:lstStyle/>
          <a:p>
            <a:endParaRPr lang="en-GB"/>
          </a:p>
        </p:txBody>
      </p:sp>
      <p:sp>
        <p:nvSpPr>
          <p:cNvPr id="6" name="Slide Number Placeholder 6"/>
          <p:cNvSpPr>
            <a:spLocks noGrp="1"/>
          </p:cNvSpPr>
          <p:nvPr>
            <p:ph type="sldNum" sz="quarter" idx="12"/>
          </p:nvPr>
        </p:nvSpPr>
        <p:spPr/>
        <p:txBody>
          <a:bodyPr/>
          <a:lstStyle/>
          <a:p>
            <a:fld id="{8EC4805A-ECCF-48FF-BD90-20B82A2683B9}" type="slidenum">
              <a:rPr lang="en-GB" smtClean="0"/>
              <a:t>‹#›</a:t>
            </a:fld>
            <a:endParaRPr lang="en-GB"/>
          </a:p>
        </p:txBody>
      </p:sp>
    </p:spTree>
    <p:extLst>
      <p:ext uri="{BB962C8B-B14F-4D97-AF65-F5344CB8AC3E}">
        <p14:creationId xmlns:p14="http://schemas.microsoft.com/office/powerpoint/2010/main" val="370938083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53907" y="1854192"/>
            <a:ext cx="5092906" cy="1574808"/>
          </a:xfrm>
        </p:spPr>
        <p:txBody>
          <a:bodyPr anchor="b">
            <a:normAutofit/>
          </a:bodyPr>
          <a:lstStyle>
            <a:lvl1pPr algn="l">
              <a:defRPr sz="36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6949546" y="1143000"/>
            <a:ext cx="3200400" cy="4572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1154954" y="3657600"/>
            <a:ext cx="5084979" cy="1371600"/>
          </a:xfrm>
        </p:spPr>
        <p:txBody>
          <a:bodyPr>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6B3DA57C-A025-4DCD-9F3D-EB6C1032BC38}" type="datetimeFigureOut">
              <a:rPr lang="en-GB" smtClean="0"/>
              <a:t>21/09/2026</a:t>
            </a:fld>
            <a:endParaRPr lang="en-GB"/>
          </a:p>
        </p:txBody>
      </p:sp>
      <p:sp>
        <p:nvSpPr>
          <p:cNvPr id="6" name="Footer Placeholder 5"/>
          <p:cNvSpPr>
            <a:spLocks noGrp="1"/>
          </p:cNvSpPr>
          <p:nvPr>
            <p:ph type="ftr" sz="quarter" idx="11"/>
          </p:nvPr>
        </p:nvSpPr>
        <p:spPr/>
        <p:txBody>
          <a:bodyPr/>
          <a:lstStyle/>
          <a:p>
            <a:endParaRPr lang="en-GB"/>
          </a:p>
        </p:txBody>
      </p:sp>
      <p:sp>
        <p:nvSpPr>
          <p:cNvPr id="7" name="Slide Number Placeholder 6"/>
          <p:cNvSpPr>
            <a:spLocks noGrp="1"/>
          </p:cNvSpPr>
          <p:nvPr>
            <p:ph type="sldNum" sz="quarter" idx="12"/>
          </p:nvPr>
        </p:nvSpPr>
        <p:spPr/>
        <p:txBody>
          <a:bodyPr/>
          <a:lstStyle/>
          <a:p>
            <a:fld id="{8EC4805A-ECCF-48FF-BD90-20B82A2683B9}" type="slidenum">
              <a:rPr lang="en-GB" smtClean="0"/>
              <a:t>‹#›</a:t>
            </a:fld>
            <a:endParaRPr lang="en-GB"/>
          </a:p>
        </p:txBody>
      </p:sp>
    </p:spTree>
    <p:extLst>
      <p:ext uri="{BB962C8B-B14F-4D97-AF65-F5344CB8AC3E}">
        <p14:creationId xmlns:p14="http://schemas.microsoft.com/office/powerpoint/2010/main" val="250044514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54956" y="4800587"/>
            <a:ext cx="8825657"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1154955" y="685800"/>
            <a:ext cx="8825658" cy="3640666"/>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1154956" y="5367325"/>
            <a:ext cx="8825656" cy="493712"/>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6B3DA57C-A025-4DCD-9F3D-EB6C1032BC38}" type="datetimeFigureOut">
              <a:rPr lang="en-GB" smtClean="0"/>
              <a:t>21/09/2026</a:t>
            </a:fld>
            <a:endParaRPr lang="en-GB"/>
          </a:p>
        </p:txBody>
      </p:sp>
      <p:sp>
        <p:nvSpPr>
          <p:cNvPr id="6" name="Footer Placeholder 5"/>
          <p:cNvSpPr>
            <a:spLocks noGrp="1"/>
          </p:cNvSpPr>
          <p:nvPr>
            <p:ph type="ftr" sz="quarter" idx="11"/>
          </p:nvPr>
        </p:nvSpPr>
        <p:spPr/>
        <p:txBody>
          <a:bodyPr/>
          <a:lstStyle/>
          <a:p>
            <a:endParaRPr lang="en-GB"/>
          </a:p>
        </p:txBody>
      </p:sp>
      <p:sp>
        <p:nvSpPr>
          <p:cNvPr id="7" name="Slide Number Placeholder 6"/>
          <p:cNvSpPr>
            <a:spLocks noGrp="1"/>
          </p:cNvSpPr>
          <p:nvPr>
            <p:ph type="sldNum" sz="quarter" idx="12"/>
          </p:nvPr>
        </p:nvSpPr>
        <p:spPr/>
        <p:txBody>
          <a:bodyPr/>
          <a:lstStyle/>
          <a:p>
            <a:fld id="{8EC4805A-ECCF-48FF-BD90-20B82A2683B9}" type="slidenum">
              <a:rPr lang="en-GB" smtClean="0"/>
              <a:t>‹#›</a:t>
            </a:fld>
            <a:endParaRPr lang="en-GB"/>
          </a:p>
        </p:txBody>
      </p:sp>
    </p:spTree>
    <p:extLst>
      <p:ext uri="{BB962C8B-B14F-4D97-AF65-F5344CB8AC3E}">
        <p14:creationId xmlns:p14="http://schemas.microsoft.com/office/powerpoint/2010/main" val="179518532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1154954" y="1447800"/>
            <a:ext cx="8825659" cy="1981200"/>
          </a:xfrm>
        </p:spPr>
        <p:txBody>
          <a:bodyPr/>
          <a:lstStyle>
            <a:lvl1pPr>
              <a:defRPr sz="4800"/>
            </a:lvl1pPr>
          </a:lstStyle>
          <a:p>
            <a:r>
              <a:rPr lang="en-US"/>
              <a:t>Click to edit Master title style</a:t>
            </a:r>
            <a:endParaRPr lang="en-US" dirty="0"/>
          </a:p>
        </p:txBody>
      </p:sp>
      <p:sp>
        <p:nvSpPr>
          <p:cNvPr id="8" name="Text Placeholder 3"/>
          <p:cNvSpPr>
            <a:spLocks noGrp="1"/>
          </p:cNvSpPr>
          <p:nvPr>
            <p:ph type="body" sz="half" idx="2"/>
          </p:nvPr>
        </p:nvSpPr>
        <p:spPr>
          <a:xfrm>
            <a:off x="1154954" y="3657600"/>
            <a:ext cx="8825659" cy="2362200"/>
          </a:xfrm>
        </p:spPr>
        <p:txBody>
          <a:bodyPr anchor="ctr">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4" name="Date Placeholder 3"/>
          <p:cNvSpPr>
            <a:spLocks noGrp="1"/>
          </p:cNvSpPr>
          <p:nvPr>
            <p:ph type="dt" sz="half" idx="10"/>
          </p:nvPr>
        </p:nvSpPr>
        <p:spPr/>
        <p:txBody>
          <a:bodyPr/>
          <a:lstStyle/>
          <a:p>
            <a:fld id="{6B3DA57C-A025-4DCD-9F3D-EB6C1032BC38}" type="datetimeFigureOut">
              <a:rPr lang="en-GB" smtClean="0"/>
              <a:t>21/09/2026</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8EC4805A-ECCF-48FF-BD90-20B82A2683B9}" type="slidenum">
              <a:rPr lang="en-GB" smtClean="0"/>
              <a:t>‹#›</a:t>
            </a:fld>
            <a:endParaRPr lang="en-GB"/>
          </a:p>
        </p:txBody>
      </p:sp>
    </p:spTree>
    <p:extLst>
      <p:ext uri="{BB962C8B-B14F-4D97-AF65-F5344CB8AC3E}">
        <p14:creationId xmlns:p14="http://schemas.microsoft.com/office/powerpoint/2010/main" val="3232475538"/>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574801" y="1447800"/>
            <a:ext cx="7999315" cy="2323374"/>
          </a:xfrm>
        </p:spPr>
        <p:txBody>
          <a:bodyPr/>
          <a:lstStyle>
            <a:lvl1pPr>
              <a:defRPr sz="4800"/>
            </a:lvl1pPr>
          </a:lstStyle>
          <a:p>
            <a:r>
              <a:rPr lang="en-US"/>
              <a:t>Click to edit Master title style</a:t>
            </a:r>
            <a:endParaRPr lang="en-US" dirty="0"/>
          </a:p>
        </p:txBody>
      </p:sp>
      <p:sp>
        <p:nvSpPr>
          <p:cNvPr id="11" name="Text Placeholder 3"/>
          <p:cNvSpPr>
            <a:spLocks noGrp="1"/>
          </p:cNvSpPr>
          <p:nvPr>
            <p:ph type="body" sz="half" idx="14"/>
          </p:nvPr>
        </p:nvSpPr>
        <p:spPr>
          <a:xfrm>
            <a:off x="1930400" y="3771174"/>
            <a:ext cx="7279649" cy="342174"/>
          </a:xfrm>
        </p:spPr>
        <p:txBody>
          <a:bodyPr vert="horz" lIns="91440" tIns="45720" rIns="91440" bIns="45720" rtlCol="0" anchor="t">
            <a:normAutofit/>
          </a:bodyPr>
          <a:lstStyle>
            <a:lvl1pPr marL="0" indent="0">
              <a:buNone/>
              <a:defRPr lang="en-US" sz="1400" b="0" i="0" kern="1200" cap="small" dirty="0">
                <a:solidFill>
                  <a:schemeClr val="bg2">
                    <a:lumMod val="40000"/>
                    <a:lumOff val="60000"/>
                  </a:schemeClr>
                </a:solidFill>
                <a:latin typeface="+mj-lt"/>
                <a:ea typeface="+mj-ea"/>
                <a:cs typeface="+mj-cs"/>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marL="0" lvl="0" indent="0">
              <a:buNone/>
            </a:pPr>
            <a:r>
              <a:rPr lang="en-US"/>
              <a:t>Click to edit Master text styles</a:t>
            </a:r>
          </a:p>
        </p:txBody>
      </p:sp>
      <p:sp>
        <p:nvSpPr>
          <p:cNvPr id="10" name="Text Placeholder 3"/>
          <p:cNvSpPr>
            <a:spLocks noGrp="1"/>
          </p:cNvSpPr>
          <p:nvPr>
            <p:ph type="body" sz="half" idx="2"/>
          </p:nvPr>
        </p:nvSpPr>
        <p:spPr>
          <a:xfrm>
            <a:off x="1154954" y="4350657"/>
            <a:ext cx="8825659" cy="1676400"/>
          </a:xfrm>
        </p:spPr>
        <p:txBody>
          <a:bodyPr anchor="ctr">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4" name="Date Placeholder 3"/>
          <p:cNvSpPr>
            <a:spLocks noGrp="1"/>
          </p:cNvSpPr>
          <p:nvPr>
            <p:ph type="dt" sz="half" idx="10"/>
          </p:nvPr>
        </p:nvSpPr>
        <p:spPr/>
        <p:txBody>
          <a:bodyPr/>
          <a:lstStyle/>
          <a:p>
            <a:fld id="{6B3DA57C-A025-4DCD-9F3D-EB6C1032BC38}" type="datetimeFigureOut">
              <a:rPr lang="en-GB" smtClean="0"/>
              <a:t>21/09/2026</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8EC4805A-ECCF-48FF-BD90-20B82A2683B9}" type="slidenum">
              <a:rPr lang="en-GB" smtClean="0"/>
              <a:t>‹#›</a:t>
            </a:fld>
            <a:endParaRPr lang="en-GB"/>
          </a:p>
        </p:txBody>
      </p:sp>
      <p:sp>
        <p:nvSpPr>
          <p:cNvPr id="12" name="TextBox 11"/>
          <p:cNvSpPr txBox="1"/>
          <p:nvPr/>
        </p:nvSpPr>
        <p:spPr>
          <a:xfrm>
            <a:off x="898295" y="971253"/>
            <a:ext cx="801912" cy="1969770"/>
          </a:xfrm>
          <a:prstGeom prst="rect">
            <a:avLst/>
          </a:prstGeom>
          <a:noFill/>
        </p:spPr>
        <p:txBody>
          <a:bodyPr wrap="square" rtlCol="0">
            <a:spAutoFit/>
          </a:bodyPr>
          <a:lstStyle>
            <a:defPPr>
              <a:defRPr lang="en-US"/>
            </a:defPPr>
            <a:lvl1pPr algn="r">
              <a:defRPr sz="12200" b="0" i="0">
                <a:solidFill>
                  <a:schemeClr val="bg2">
                    <a:lumMod val="40000"/>
                    <a:lumOff val="60000"/>
                  </a:schemeClr>
                </a:solidFill>
                <a:latin typeface="Arial"/>
                <a:ea typeface="+mj-ea"/>
                <a:cs typeface="+mj-cs"/>
              </a:defRPr>
            </a:lvl1pPr>
          </a:lstStyle>
          <a:p>
            <a:pPr lvl="0"/>
            <a:r>
              <a:rPr lang="en-US" dirty="0"/>
              <a:t>“</a:t>
            </a:r>
          </a:p>
        </p:txBody>
      </p:sp>
      <p:sp>
        <p:nvSpPr>
          <p:cNvPr id="15" name="TextBox 14"/>
          <p:cNvSpPr txBox="1"/>
          <p:nvPr/>
        </p:nvSpPr>
        <p:spPr>
          <a:xfrm>
            <a:off x="9330490" y="2613787"/>
            <a:ext cx="801912" cy="1969770"/>
          </a:xfrm>
          <a:prstGeom prst="rect">
            <a:avLst/>
          </a:prstGeom>
          <a:noFill/>
        </p:spPr>
        <p:txBody>
          <a:bodyPr wrap="square" rtlCol="0">
            <a:spAutoFit/>
          </a:bodyPr>
          <a:lstStyle>
            <a:defPPr>
              <a:defRPr lang="en-US"/>
            </a:defPPr>
            <a:lvl1pPr algn="r">
              <a:defRPr sz="12200" b="0" i="0">
                <a:solidFill>
                  <a:schemeClr val="bg2">
                    <a:lumMod val="40000"/>
                    <a:lumOff val="60000"/>
                  </a:schemeClr>
                </a:solidFill>
                <a:latin typeface="Arial"/>
                <a:ea typeface="+mj-ea"/>
                <a:cs typeface="+mj-cs"/>
              </a:defRPr>
            </a:lvl1pPr>
          </a:lstStyle>
          <a:p>
            <a:pPr lvl="0"/>
            <a:r>
              <a:rPr lang="en-US" dirty="0"/>
              <a:t>”</a:t>
            </a:r>
          </a:p>
        </p:txBody>
      </p:sp>
    </p:spTree>
    <p:extLst>
      <p:ext uri="{BB962C8B-B14F-4D97-AF65-F5344CB8AC3E}">
        <p14:creationId xmlns:p14="http://schemas.microsoft.com/office/powerpoint/2010/main" val="624165602"/>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1154954" y="3124201"/>
            <a:ext cx="8825660" cy="1653180"/>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1154954" y="4777381"/>
            <a:ext cx="8825659" cy="860400"/>
          </a:xfrm>
        </p:spPr>
        <p:txBody>
          <a:bodyPr anchor="t"/>
          <a:lstStyle>
            <a:lvl1pPr marL="0" indent="0" algn="l">
              <a:buNone/>
              <a:defRPr sz="2000" cap="none">
                <a:solidFill>
                  <a:schemeClr val="bg2">
                    <a:lumMod val="40000"/>
                    <a:lumOff val="6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6B3DA57C-A025-4DCD-9F3D-EB6C1032BC38}" type="datetimeFigureOut">
              <a:rPr lang="en-GB" smtClean="0"/>
              <a:t>21/09/2026</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8EC4805A-ECCF-48FF-BD90-20B82A2683B9}" type="slidenum">
              <a:rPr lang="en-GB" smtClean="0"/>
              <a:t>‹#›</a:t>
            </a:fld>
            <a:endParaRPr lang="en-GB"/>
          </a:p>
        </p:txBody>
      </p:sp>
    </p:spTree>
    <p:extLst>
      <p:ext uri="{BB962C8B-B14F-4D97-AF65-F5344CB8AC3E}">
        <p14:creationId xmlns:p14="http://schemas.microsoft.com/office/powerpoint/2010/main" val="907408425"/>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Colum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4200"/>
            </a:lvl1pPr>
          </a:lstStyle>
          <a:p>
            <a:r>
              <a:rPr lang="en-US"/>
              <a:t>Click to edit Master title style</a:t>
            </a:r>
            <a:endParaRPr lang="en-US" dirty="0"/>
          </a:p>
        </p:txBody>
      </p:sp>
      <p:sp>
        <p:nvSpPr>
          <p:cNvPr id="3" name="Text Placeholder 2"/>
          <p:cNvSpPr>
            <a:spLocks noGrp="1"/>
          </p:cNvSpPr>
          <p:nvPr>
            <p:ph type="body" idx="1"/>
          </p:nvPr>
        </p:nvSpPr>
        <p:spPr>
          <a:xfrm>
            <a:off x="632947" y="1981200"/>
            <a:ext cx="2946866"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6" name="Text Placeholder 3"/>
          <p:cNvSpPr>
            <a:spLocks noGrp="1"/>
          </p:cNvSpPr>
          <p:nvPr>
            <p:ph type="body" sz="half" idx="15"/>
          </p:nvPr>
        </p:nvSpPr>
        <p:spPr>
          <a:xfrm>
            <a:off x="652463" y="2667000"/>
            <a:ext cx="2927350" cy="358933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Text Placeholder 4"/>
          <p:cNvSpPr>
            <a:spLocks noGrp="1"/>
          </p:cNvSpPr>
          <p:nvPr>
            <p:ph type="body" sz="quarter" idx="3"/>
          </p:nvPr>
        </p:nvSpPr>
        <p:spPr>
          <a:xfrm>
            <a:off x="3883659" y="1981200"/>
            <a:ext cx="2936241"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9" name="Text Placeholder 3"/>
          <p:cNvSpPr>
            <a:spLocks noGrp="1"/>
          </p:cNvSpPr>
          <p:nvPr>
            <p:ph type="body" sz="half" idx="16"/>
          </p:nvPr>
        </p:nvSpPr>
        <p:spPr>
          <a:xfrm>
            <a:off x="3873106" y="2667000"/>
            <a:ext cx="2946794" cy="358933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4" name="Text Placeholder 4"/>
          <p:cNvSpPr>
            <a:spLocks noGrp="1"/>
          </p:cNvSpPr>
          <p:nvPr>
            <p:ph type="body" sz="quarter" idx="13"/>
          </p:nvPr>
        </p:nvSpPr>
        <p:spPr>
          <a:xfrm>
            <a:off x="7124700" y="1981200"/>
            <a:ext cx="2932113"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0" name="Text Placeholder 3"/>
          <p:cNvSpPr>
            <a:spLocks noGrp="1"/>
          </p:cNvSpPr>
          <p:nvPr>
            <p:ph type="body" sz="half" idx="17"/>
          </p:nvPr>
        </p:nvSpPr>
        <p:spPr>
          <a:xfrm>
            <a:off x="7124700" y="2667000"/>
            <a:ext cx="2932113" cy="358933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cxnSp>
        <p:nvCxnSpPr>
          <p:cNvPr id="17" name="Straight Connector 16"/>
          <p:cNvCxnSpPr/>
          <p:nvPr/>
        </p:nvCxnSpPr>
        <p:spPr>
          <a:xfrm>
            <a:off x="3726142" y="2133600"/>
            <a:ext cx="0" cy="3962400"/>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cxnSp>
        <p:nvCxnSpPr>
          <p:cNvPr id="18" name="Straight Connector 17"/>
          <p:cNvCxnSpPr/>
          <p:nvPr/>
        </p:nvCxnSpPr>
        <p:spPr>
          <a:xfrm>
            <a:off x="6962227" y="2133600"/>
            <a:ext cx="0" cy="3966882"/>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3"/>
          <p:cNvSpPr>
            <a:spLocks noGrp="1"/>
          </p:cNvSpPr>
          <p:nvPr>
            <p:ph type="dt" sz="half" idx="10"/>
          </p:nvPr>
        </p:nvSpPr>
        <p:spPr/>
        <p:txBody>
          <a:bodyPr/>
          <a:lstStyle/>
          <a:p>
            <a:fld id="{6B3DA57C-A025-4DCD-9F3D-EB6C1032BC38}" type="datetimeFigureOut">
              <a:rPr lang="en-GB" smtClean="0"/>
              <a:t>21/09/2026</a:t>
            </a:fld>
            <a:endParaRPr lang="en-GB"/>
          </a:p>
        </p:txBody>
      </p:sp>
      <p:sp>
        <p:nvSpPr>
          <p:cNvPr id="4"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8EC4805A-ECCF-48FF-BD90-20B82A2683B9}" type="slidenum">
              <a:rPr lang="en-GB" smtClean="0"/>
              <a:t>‹#›</a:t>
            </a:fld>
            <a:endParaRPr lang="en-GB"/>
          </a:p>
        </p:txBody>
      </p:sp>
    </p:spTree>
    <p:extLst>
      <p:ext uri="{BB962C8B-B14F-4D97-AF65-F5344CB8AC3E}">
        <p14:creationId xmlns:p14="http://schemas.microsoft.com/office/powerpoint/2010/main" val="2730682304"/>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Picture Colum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4200"/>
            </a:lvl1pPr>
          </a:lstStyle>
          <a:p>
            <a:r>
              <a:rPr lang="en-US"/>
              <a:t>Click to edit Master title style</a:t>
            </a:r>
            <a:endParaRPr lang="en-US" dirty="0"/>
          </a:p>
        </p:txBody>
      </p:sp>
      <p:sp>
        <p:nvSpPr>
          <p:cNvPr id="3" name="Text Placeholder 2"/>
          <p:cNvSpPr>
            <a:spLocks noGrp="1"/>
          </p:cNvSpPr>
          <p:nvPr>
            <p:ph type="body" idx="1"/>
          </p:nvPr>
        </p:nvSpPr>
        <p:spPr>
          <a:xfrm>
            <a:off x="652463" y="4250949"/>
            <a:ext cx="2940050"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9" name="Picture Placeholder 2"/>
          <p:cNvSpPr>
            <a:spLocks noGrp="1" noChangeAspect="1"/>
          </p:cNvSpPr>
          <p:nvPr>
            <p:ph type="pic" idx="15"/>
          </p:nvPr>
        </p:nvSpPr>
        <p:spPr>
          <a:xfrm>
            <a:off x="652463" y="2209800"/>
            <a:ext cx="2940050" cy="1524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2" name="Text Placeholder 3"/>
          <p:cNvSpPr>
            <a:spLocks noGrp="1"/>
          </p:cNvSpPr>
          <p:nvPr>
            <p:ph type="body" sz="half" idx="18"/>
          </p:nvPr>
        </p:nvSpPr>
        <p:spPr>
          <a:xfrm>
            <a:off x="652463" y="4827211"/>
            <a:ext cx="2940050" cy="65918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Text Placeholder 4"/>
          <p:cNvSpPr>
            <a:spLocks noGrp="1"/>
          </p:cNvSpPr>
          <p:nvPr>
            <p:ph type="body" sz="quarter" idx="3"/>
          </p:nvPr>
        </p:nvSpPr>
        <p:spPr>
          <a:xfrm>
            <a:off x="3889375" y="4250949"/>
            <a:ext cx="2930525"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30" name="Picture Placeholder 2"/>
          <p:cNvSpPr>
            <a:spLocks noGrp="1" noChangeAspect="1"/>
          </p:cNvSpPr>
          <p:nvPr>
            <p:ph type="pic" idx="21"/>
          </p:nvPr>
        </p:nvSpPr>
        <p:spPr>
          <a:xfrm>
            <a:off x="3889374" y="2209800"/>
            <a:ext cx="2930525" cy="1524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3" name="Text Placeholder 3"/>
          <p:cNvSpPr>
            <a:spLocks noGrp="1"/>
          </p:cNvSpPr>
          <p:nvPr>
            <p:ph type="body" sz="half" idx="19"/>
          </p:nvPr>
        </p:nvSpPr>
        <p:spPr>
          <a:xfrm>
            <a:off x="3888022" y="4827210"/>
            <a:ext cx="2934406" cy="65918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4" name="Text Placeholder 4"/>
          <p:cNvSpPr>
            <a:spLocks noGrp="1"/>
          </p:cNvSpPr>
          <p:nvPr>
            <p:ph type="body" sz="quarter" idx="13"/>
          </p:nvPr>
        </p:nvSpPr>
        <p:spPr>
          <a:xfrm>
            <a:off x="7124700" y="4250949"/>
            <a:ext cx="2932113"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31" name="Picture Placeholder 2"/>
          <p:cNvSpPr>
            <a:spLocks noGrp="1" noChangeAspect="1"/>
          </p:cNvSpPr>
          <p:nvPr>
            <p:ph type="pic" idx="22"/>
          </p:nvPr>
        </p:nvSpPr>
        <p:spPr>
          <a:xfrm>
            <a:off x="7124699" y="2209800"/>
            <a:ext cx="2932113" cy="1524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4" name="Text Placeholder 3"/>
          <p:cNvSpPr>
            <a:spLocks noGrp="1"/>
          </p:cNvSpPr>
          <p:nvPr>
            <p:ph type="body" sz="half" idx="20"/>
          </p:nvPr>
        </p:nvSpPr>
        <p:spPr>
          <a:xfrm>
            <a:off x="7124575" y="4827208"/>
            <a:ext cx="2935997" cy="65918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cxnSp>
        <p:nvCxnSpPr>
          <p:cNvPr id="19" name="Straight Connector 18"/>
          <p:cNvCxnSpPr/>
          <p:nvPr/>
        </p:nvCxnSpPr>
        <p:spPr>
          <a:xfrm>
            <a:off x="3726142" y="2133600"/>
            <a:ext cx="0" cy="3962400"/>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cxnSp>
        <p:nvCxnSpPr>
          <p:cNvPr id="20" name="Straight Connector 19"/>
          <p:cNvCxnSpPr/>
          <p:nvPr/>
        </p:nvCxnSpPr>
        <p:spPr>
          <a:xfrm>
            <a:off x="6962227" y="2133600"/>
            <a:ext cx="0" cy="3966882"/>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3"/>
          <p:cNvSpPr>
            <a:spLocks noGrp="1"/>
          </p:cNvSpPr>
          <p:nvPr>
            <p:ph type="dt" sz="half" idx="10"/>
          </p:nvPr>
        </p:nvSpPr>
        <p:spPr/>
        <p:txBody>
          <a:bodyPr/>
          <a:lstStyle/>
          <a:p>
            <a:fld id="{6B3DA57C-A025-4DCD-9F3D-EB6C1032BC38}" type="datetimeFigureOut">
              <a:rPr lang="en-GB" smtClean="0"/>
              <a:t>21/09/2026</a:t>
            </a:fld>
            <a:endParaRPr lang="en-GB"/>
          </a:p>
        </p:txBody>
      </p:sp>
      <p:sp>
        <p:nvSpPr>
          <p:cNvPr id="4"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8EC4805A-ECCF-48FF-BD90-20B82A2683B9}" type="slidenum">
              <a:rPr lang="en-GB" smtClean="0"/>
              <a:t>‹#›</a:t>
            </a:fld>
            <a:endParaRPr lang="en-GB"/>
          </a:p>
        </p:txBody>
      </p:sp>
    </p:spTree>
    <p:extLst>
      <p:ext uri="{BB962C8B-B14F-4D97-AF65-F5344CB8AC3E}">
        <p14:creationId xmlns:p14="http://schemas.microsoft.com/office/powerpoint/2010/main" val="3920831799"/>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nchorCtr="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6B3DA57C-A025-4DCD-9F3D-EB6C1032BC38}" type="datetimeFigureOut">
              <a:rPr lang="en-GB" smtClean="0"/>
              <a:t>21/09/2026</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8EC4805A-ECCF-48FF-BD90-20B82A2683B9}" type="slidenum">
              <a:rPr lang="en-GB" smtClean="0"/>
              <a:t>‹#›</a:t>
            </a:fld>
            <a:endParaRPr lang="en-GB"/>
          </a:p>
        </p:txBody>
      </p:sp>
    </p:spTree>
    <p:extLst>
      <p:ext uri="{BB962C8B-B14F-4D97-AF65-F5344CB8AC3E}">
        <p14:creationId xmlns:p14="http://schemas.microsoft.com/office/powerpoint/2010/main" val="96947632"/>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304212" y="430213"/>
            <a:ext cx="1752601" cy="5826125"/>
          </a:xfrm>
        </p:spPr>
        <p:txBody>
          <a:bodyPr vert="eaVert" anchor="b" anchorCtr="0"/>
          <a:lstStyle/>
          <a:p>
            <a:r>
              <a:rPr lang="en-US"/>
              <a:t>Click to edit Master title style</a:t>
            </a:r>
            <a:endParaRPr lang="en-US" dirty="0"/>
          </a:p>
        </p:txBody>
      </p:sp>
      <p:sp>
        <p:nvSpPr>
          <p:cNvPr id="3" name="Vertical Text Placeholder 2"/>
          <p:cNvSpPr>
            <a:spLocks noGrp="1"/>
          </p:cNvSpPr>
          <p:nvPr>
            <p:ph type="body" orient="vert" idx="1"/>
          </p:nvPr>
        </p:nvSpPr>
        <p:spPr>
          <a:xfrm>
            <a:off x="652463" y="887414"/>
            <a:ext cx="7423149" cy="5368924"/>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6B3DA57C-A025-4DCD-9F3D-EB6C1032BC38}" type="datetimeFigureOut">
              <a:rPr lang="en-GB" smtClean="0"/>
              <a:t>21/09/2026</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8EC4805A-ECCF-48FF-BD90-20B82A2683B9}" type="slidenum">
              <a:rPr lang="en-GB" smtClean="0"/>
              <a:t>‹#›</a:t>
            </a:fld>
            <a:endParaRPr lang="en-GB"/>
          </a:p>
        </p:txBody>
      </p:sp>
    </p:spTree>
    <p:extLst>
      <p:ext uri="{BB962C8B-B14F-4D97-AF65-F5344CB8AC3E}">
        <p14:creationId xmlns:p14="http://schemas.microsoft.com/office/powerpoint/2010/main" val="11549697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21" Type="http://schemas.openxmlformats.org/officeDocument/2006/relationships/image" Target="../media/image4.png"/><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image" Target="../media/image3.pn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2.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image" Target="../media/image5.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pic>
        <p:nvPicPr>
          <p:cNvPr id="8" name="Picture 7"/>
          <p:cNvPicPr>
            <a:picLocks noChangeAspect="1"/>
          </p:cNvPicPr>
          <p:nvPr/>
        </p:nvPicPr>
        <p:blipFill rotWithShape="1">
          <a:blip r:embed="rId19">
            <a:extLst>
              <a:ext uri="{28A0092B-C50C-407E-A947-70E740481C1C}">
                <a14:useLocalDpi xmlns:a14="http://schemas.microsoft.com/office/drawing/2010/main" val="0"/>
              </a:ext>
            </a:extLst>
          </a:blip>
          <a:srcRect l="3613"/>
          <a:stretch/>
        </p:blipFill>
        <p:spPr>
          <a:xfrm>
            <a:off x="0" y="2669685"/>
            <a:ext cx="4037012" cy="4188315"/>
          </a:xfrm>
          <a:prstGeom prst="rect">
            <a:avLst/>
          </a:prstGeom>
        </p:spPr>
      </p:pic>
      <p:pic>
        <p:nvPicPr>
          <p:cNvPr id="7" name="Picture 6"/>
          <p:cNvPicPr>
            <a:picLocks noChangeAspect="1"/>
          </p:cNvPicPr>
          <p:nvPr/>
        </p:nvPicPr>
        <p:blipFill rotWithShape="1">
          <a:blip r:embed="rId20">
            <a:extLst>
              <a:ext uri="{28A0092B-C50C-407E-A947-70E740481C1C}">
                <a14:useLocalDpi xmlns:a14="http://schemas.microsoft.com/office/drawing/2010/main" val="0"/>
              </a:ext>
            </a:extLst>
          </a:blip>
          <a:srcRect l="35640"/>
          <a:stretch/>
        </p:blipFill>
        <p:spPr>
          <a:xfrm>
            <a:off x="0" y="2892347"/>
            <a:ext cx="1522412" cy="2365453"/>
          </a:xfrm>
          <a:prstGeom prst="rect">
            <a:avLst/>
          </a:prstGeom>
        </p:spPr>
      </p:pic>
      <p:sp>
        <p:nvSpPr>
          <p:cNvPr id="16" name="Oval 15"/>
          <p:cNvSpPr/>
          <p:nvPr/>
        </p:nvSpPr>
        <p:spPr>
          <a:xfrm>
            <a:off x="8609012" y="1676400"/>
            <a:ext cx="2819400" cy="2819400"/>
          </a:xfrm>
          <a:prstGeom prst="ellipse">
            <a:avLst/>
          </a:prstGeom>
          <a:gradFill flip="none" rotWithShape="1">
            <a:gsLst>
              <a:gs pos="0">
                <a:schemeClr val="bg2">
                  <a:lumMod val="60000"/>
                  <a:lumOff val="40000"/>
                  <a:alpha val="7000"/>
                </a:schemeClr>
              </a:gs>
              <a:gs pos="69000">
                <a:schemeClr val="bg2">
                  <a:lumMod val="60000"/>
                  <a:lumOff val="40000"/>
                  <a:alpha val="0"/>
                </a:schemeClr>
              </a:gs>
              <a:gs pos="36000">
                <a:schemeClr val="bg2">
                  <a:lumMod val="60000"/>
                  <a:lumOff val="40000"/>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GB"/>
          </a:p>
        </p:txBody>
      </p:sp>
      <p:pic>
        <p:nvPicPr>
          <p:cNvPr id="9" name="Picture 8"/>
          <p:cNvPicPr>
            <a:picLocks noChangeAspect="1"/>
          </p:cNvPicPr>
          <p:nvPr/>
        </p:nvPicPr>
        <p:blipFill rotWithShape="1">
          <a:blip r:embed="rId21">
            <a:extLst>
              <a:ext uri="{28A0092B-C50C-407E-A947-70E740481C1C}">
                <a14:useLocalDpi xmlns:a14="http://schemas.microsoft.com/office/drawing/2010/main" val="0"/>
              </a:ext>
            </a:extLst>
          </a:blip>
          <a:srcRect t="28813"/>
          <a:stretch/>
        </p:blipFill>
        <p:spPr>
          <a:xfrm>
            <a:off x="7999412" y="0"/>
            <a:ext cx="1603387" cy="1141407"/>
          </a:xfrm>
          <a:prstGeom prst="rect">
            <a:avLst/>
          </a:prstGeom>
        </p:spPr>
      </p:pic>
      <p:pic>
        <p:nvPicPr>
          <p:cNvPr id="10" name="Picture 9"/>
          <p:cNvPicPr>
            <a:picLocks noChangeAspect="1"/>
          </p:cNvPicPr>
          <p:nvPr/>
        </p:nvPicPr>
        <p:blipFill rotWithShape="1">
          <a:blip r:embed="rId22">
            <a:extLst>
              <a:ext uri="{28A0092B-C50C-407E-A947-70E740481C1C}">
                <a14:useLocalDpi xmlns:a14="http://schemas.microsoft.com/office/drawing/2010/main" val="0"/>
              </a:ext>
            </a:extLst>
          </a:blip>
          <a:srcRect b="23320"/>
          <a:stretch/>
        </p:blipFill>
        <p:spPr>
          <a:xfrm>
            <a:off x="8605878" y="6096000"/>
            <a:ext cx="993734" cy="762000"/>
          </a:xfrm>
          <a:prstGeom prst="rect">
            <a:avLst/>
          </a:prstGeom>
        </p:spPr>
      </p:pic>
      <p:sp>
        <p:nvSpPr>
          <p:cNvPr id="14" name="Rectangle 13"/>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a:lstStyle/>
          <a:p>
            <a:endParaRPr lang="en-GB"/>
          </a:p>
        </p:txBody>
      </p:sp>
      <p:sp>
        <p:nvSpPr>
          <p:cNvPr id="2" name="Title Placeholder 1"/>
          <p:cNvSpPr>
            <a:spLocks noGrp="1"/>
          </p:cNvSpPr>
          <p:nvPr>
            <p:ph type="title"/>
          </p:nvPr>
        </p:nvSpPr>
        <p:spPr>
          <a:xfrm>
            <a:off x="646111" y="452718"/>
            <a:ext cx="9404723" cy="1400530"/>
          </a:xfrm>
          <a:prstGeom prst="rect">
            <a:avLst/>
          </a:prstGeom>
        </p:spPr>
        <p:txBody>
          <a:bodyPr vert="horz" lIns="91440" tIns="45720" rIns="91440" bIns="45720" rtlCol="0" anchor="t">
            <a:noAutofit/>
          </a:bodyPr>
          <a:lstStyle/>
          <a:p>
            <a:r>
              <a:rPr lang="en-US"/>
              <a:t>Click to edit Master title style</a:t>
            </a:r>
            <a:endParaRPr lang="en-US" dirty="0"/>
          </a:p>
        </p:txBody>
      </p:sp>
      <p:sp>
        <p:nvSpPr>
          <p:cNvPr id="3" name="Text Placeholder 2"/>
          <p:cNvSpPr>
            <a:spLocks noGrp="1"/>
          </p:cNvSpPr>
          <p:nvPr>
            <p:ph type="body" idx="1"/>
          </p:nvPr>
        </p:nvSpPr>
        <p:spPr>
          <a:xfrm>
            <a:off x="1103312" y="2052918"/>
            <a:ext cx="8946541" cy="4195481"/>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rot="5400000">
            <a:off x="10155639" y="1790701"/>
            <a:ext cx="990599" cy="304799"/>
          </a:xfrm>
          <a:prstGeom prst="rect">
            <a:avLst/>
          </a:prstGeom>
        </p:spPr>
        <p:txBody>
          <a:bodyPr vert="horz" lIns="91440" tIns="45720" rIns="91440" bIns="45720" rtlCol="0" anchor="t"/>
          <a:lstStyle>
            <a:lvl1pPr algn="l">
              <a:defRPr sz="1100" b="0" i="0">
                <a:solidFill>
                  <a:schemeClr val="tx1">
                    <a:tint val="75000"/>
                    <a:alpha val="60000"/>
                  </a:schemeClr>
                </a:solidFill>
              </a:defRPr>
            </a:lvl1pPr>
          </a:lstStyle>
          <a:p>
            <a:fld id="{6B3DA57C-A025-4DCD-9F3D-EB6C1032BC38}" type="datetimeFigureOut">
              <a:rPr lang="en-GB" smtClean="0"/>
              <a:t>21/09/2026</a:t>
            </a:fld>
            <a:endParaRPr lang="en-GB"/>
          </a:p>
        </p:txBody>
      </p:sp>
      <p:sp>
        <p:nvSpPr>
          <p:cNvPr id="5" name="Footer Placeholder 4"/>
          <p:cNvSpPr>
            <a:spLocks noGrp="1"/>
          </p:cNvSpPr>
          <p:nvPr>
            <p:ph type="ftr" sz="quarter" idx="3"/>
          </p:nvPr>
        </p:nvSpPr>
        <p:spPr>
          <a:xfrm rot="5400000">
            <a:off x="8951573" y="3225297"/>
            <a:ext cx="3859795" cy="304801"/>
          </a:xfrm>
          <a:prstGeom prst="rect">
            <a:avLst/>
          </a:prstGeom>
        </p:spPr>
        <p:txBody>
          <a:bodyPr vert="horz" lIns="91440" tIns="45720" rIns="91440" bIns="45720" rtlCol="0" anchor="b"/>
          <a:lstStyle>
            <a:lvl1pPr algn="l">
              <a:defRPr sz="1100" b="0" i="0">
                <a:solidFill>
                  <a:schemeClr val="tx1">
                    <a:tint val="75000"/>
                    <a:alpha val="60000"/>
                  </a:schemeClr>
                </a:solidFill>
              </a:defRPr>
            </a:lvl1pPr>
          </a:lstStyle>
          <a:p>
            <a:endParaRPr lang="en-GB"/>
          </a:p>
        </p:txBody>
      </p:sp>
      <p:sp>
        <p:nvSpPr>
          <p:cNvPr id="6" name="Slide Number Placeholder 5"/>
          <p:cNvSpPr>
            <a:spLocks noGrp="1"/>
          </p:cNvSpPr>
          <p:nvPr>
            <p:ph type="sldNum" sz="quarter" idx="4"/>
          </p:nvPr>
        </p:nvSpPr>
        <p:spPr bwMode="gray">
          <a:xfrm>
            <a:off x="10352540" y="295729"/>
            <a:ext cx="838199" cy="767687"/>
          </a:xfrm>
          <a:prstGeom prst="rect">
            <a:avLst/>
          </a:prstGeom>
        </p:spPr>
        <p:txBody>
          <a:bodyPr vert="horz" lIns="91440" tIns="45720" rIns="91440" bIns="45720" rtlCol="0" anchor="b"/>
          <a:lstStyle>
            <a:lvl1pPr algn="ctr">
              <a:defRPr sz="2800" b="0" i="0">
                <a:solidFill>
                  <a:schemeClr val="tx1">
                    <a:tint val="75000"/>
                  </a:schemeClr>
                </a:solidFill>
              </a:defRPr>
            </a:lvl1pPr>
          </a:lstStyle>
          <a:p>
            <a:fld id="{8EC4805A-ECCF-48FF-BD90-20B82A2683B9}" type="slidenum">
              <a:rPr lang="en-GB" smtClean="0"/>
              <a:t>‹#›</a:t>
            </a:fld>
            <a:endParaRPr lang="en-GB"/>
          </a:p>
        </p:txBody>
      </p:sp>
    </p:spTree>
    <p:extLst>
      <p:ext uri="{BB962C8B-B14F-4D97-AF65-F5344CB8AC3E}">
        <p14:creationId xmlns:p14="http://schemas.microsoft.com/office/powerpoint/2010/main" val="3111738247"/>
      </p:ext>
    </p:extLst>
  </p:cSld>
  <p:clrMap bg1="dk1" tx1="lt1" bg2="dk2" tx2="lt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 id="2147483677" r:id="rId17"/>
  </p:sldLayoutIdLst>
  <p:txStyles>
    <p:titleStyle>
      <a:lvl1pPr algn="l" defTabSz="457200" rtl="0" eaLnBrk="1" latinLnBrk="0" hangingPunct="1">
        <a:spcBef>
          <a:spcPct val="0"/>
        </a:spcBef>
        <a:buNone/>
        <a:defRPr sz="4200" b="0" i="0" kern="1200">
          <a:solidFill>
            <a:schemeClr val="tx2"/>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2000" b="0" i="0" kern="1200">
          <a:solidFill>
            <a:schemeClr val="tx1"/>
          </a:solidFill>
          <a:latin typeface="+mj-lt"/>
          <a:ea typeface="+mj-ea"/>
          <a:cs typeface="+mj-cs"/>
        </a:defRPr>
      </a:lvl1pPr>
      <a:lvl2pPr marL="742950" indent="-28575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800" b="0" i="0" kern="1200">
          <a:solidFill>
            <a:schemeClr val="tx1"/>
          </a:solidFill>
          <a:latin typeface="+mj-lt"/>
          <a:ea typeface="+mj-ea"/>
          <a:cs typeface="+mj-cs"/>
        </a:defRPr>
      </a:lvl2pPr>
      <a:lvl3pPr marL="11430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600" b="0" i="0" kern="1200">
          <a:solidFill>
            <a:schemeClr val="tx1"/>
          </a:solidFill>
          <a:latin typeface="+mj-lt"/>
          <a:ea typeface="+mj-ea"/>
          <a:cs typeface="+mj-cs"/>
        </a:defRPr>
      </a:lvl3pPr>
      <a:lvl4pPr marL="16002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4pPr>
      <a:lvl5pPr marL="20574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5pPr>
      <a:lvl6pPr marL="25060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6pPr>
      <a:lvl7pPr marL="29718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7pPr>
      <a:lvl8pPr marL="34290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8pPr>
      <a:lvl9pPr marL="38862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7" Type="http://schemas.openxmlformats.org/officeDocument/2006/relationships/image" Target="../media/image7.png"/><Relationship Id="rId2" Type="http://schemas.openxmlformats.org/officeDocument/2006/relationships/image" Target="../media/image1.jpeg"/><Relationship Id="rId1" Type="http://schemas.openxmlformats.org/officeDocument/2006/relationships/slideLayout" Target="../slideLayouts/slideLayout2.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4.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2.xml"/><Relationship Id="rId6" Type="http://schemas.openxmlformats.org/officeDocument/2006/relationships/image" Target="../media/image10.png"/><Relationship Id="rId5" Type="http://schemas.openxmlformats.org/officeDocument/2006/relationships/image" Target="../media/image5.png"/><Relationship Id="rId4" Type="http://schemas.openxmlformats.org/officeDocument/2006/relationships/image" Target="../media/image4.png"/></Relationships>
</file>

<file path=ppt/slides/_rels/slide7.xml.rels><?xml version="1.0" encoding="UTF-8" standalone="yes"?>
<Relationships xmlns="http://schemas.openxmlformats.org/package/2006/relationships"><Relationship Id="rId3" Type="http://schemas.openxmlformats.org/officeDocument/2006/relationships/image" Target="../media/image2.png"/><Relationship Id="rId7" Type="http://schemas.openxmlformats.org/officeDocument/2006/relationships/image" Target="../media/image11.png"/><Relationship Id="rId2" Type="http://schemas.openxmlformats.org/officeDocument/2006/relationships/image" Target="../media/image1.jpeg"/><Relationship Id="rId1" Type="http://schemas.openxmlformats.org/officeDocument/2006/relationships/slideLayout" Target="../slideLayouts/slideLayout2.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2.xml"/><Relationship Id="rId5" Type="http://schemas.openxmlformats.org/officeDocument/2006/relationships/image" Target="../media/image5.png"/><Relationship Id="rId4" Type="http://schemas.openxmlformats.org/officeDocument/2006/relationships/image" Target="../media/image4.png"/></Relationships>
</file>

<file path=ppt/slides/slide1.xml><?xml version="1.0" encoding="utf-8"?>
<p:sld xmlns:a="http://schemas.openxmlformats.org/drawingml/2006/main" xmlns:r="http://schemas.openxmlformats.org/officeDocument/2006/relationships" xmlns:p="http://schemas.openxmlformats.org/presentationml/2006/main">
  <p:cSld>
    <p:bg>
      <p:bgPr>
        <a:blipFill rotWithShape="1">
          <a:blip r:embed="rId2">
            <a:duotone>
              <a:schemeClr val="bg2">
                <a:shade val="69000"/>
                <a:hueMod val="108000"/>
                <a:satMod val="164000"/>
                <a:lumMod val="74000"/>
              </a:schemeClr>
              <a:schemeClr val="bg2">
                <a:tint val="96000"/>
                <a:hueMod val="88000"/>
                <a:satMod val="140000"/>
                <a:lumMod val="132000"/>
              </a:schemeClr>
            </a:duotone>
          </a:blip>
          <a:stretch/>
        </a:blipFill>
        <a:effectLst/>
      </p:bgPr>
    </p:bg>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678F5517-D14F-8501-6EA8-1BB8964728E9}"/>
              </a:ext>
            </a:extLst>
          </p:cNvPr>
          <p:cNvPicPr>
            <a:picLocks noChangeAspect="1"/>
          </p:cNvPicPr>
          <p:nvPr/>
        </p:nvPicPr>
        <p:blipFill>
          <a:blip r:embed="rId3"/>
          <a:srcRect t="20346" r="-1" b="18195"/>
          <a:stretch>
            <a:fillRect/>
          </a:stretch>
        </p:blipFill>
        <p:spPr>
          <a:xfrm>
            <a:off x="1" y="-5"/>
            <a:ext cx="12191695" cy="5020241"/>
          </a:xfrm>
          <a:custGeom>
            <a:avLst/>
            <a:gdLst/>
            <a:ahLst/>
            <a:cxnLst/>
            <a:rect l="l" t="t" r="r" b="b"/>
            <a:pathLst>
              <a:path w="12191695" h="5020241">
                <a:moveTo>
                  <a:pt x="0" y="0"/>
                </a:moveTo>
                <a:lnTo>
                  <a:pt x="12191695" y="0"/>
                </a:lnTo>
                <a:lnTo>
                  <a:pt x="12191695" y="4057991"/>
                </a:lnTo>
                <a:lnTo>
                  <a:pt x="11914945" y="4110187"/>
                </a:lnTo>
                <a:lnTo>
                  <a:pt x="11639412" y="4159931"/>
                </a:lnTo>
                <a:lnTo>
                  <a:pt x="11362661" y="4208624"/>
                </a:lnTo>
                <a:lnTo>
                  <a:pt x="11084690" y="4250310"/>
                </a:lnTo>
                <a:lnTo>
                  <a:pt x="10807939" y="4292347"/>
                </a:lnTo>
                <a:lnTo>
                  <a:pt x="10529968" y="4331582"/>
                </a:lnTo>
                <a:lnTo>
                  <a:pt x="10255655" y="4365211"/>
                </a:lnTo>
                <a:lnTo>
                  <a:pt x="9977684" y="4397089"/>
                </a:lnTo>
                <a:lnTo>
                  <a:pt x="9700933" y="4426165"/>
                </a:lnTo>
                <a:lnTo>
                  <a:pt x="9429058" y="4451387"/>
                </a:lnTo>
                <a:lnTo>
                  <a:pt x="9153526" y="4476609"/>
                </a:lnTo>
                <a:lnTo>
                  <a:pt x="8881651" y="4497628"/>
                </a:lnTo>
                <a:lnTo>
                  <a:pt x="8609776" y="4514092"/>
                </a:lnTo>
                <a:lnTo>
                  <a:pt x="8339121" y="4531258"/>
                </a:lnTo>
                <a:lnTo>
                  <a:pt x="8070903" y="4545620"/>
                </a:lnTo>
                <a:lnTo>
                  <a:pt x="7805124" y="4555779"/>
                </a:lnTo>
                <a:lnTo>
                  <a:pt x="7539345" y="4564537"/>
                </a:lnTo>
                <a:lnTo>
                  <a:pt x="7276005" y="4572944"/>
                </a:lnTo>
                <a:lnTo>
                  <a:pt x="7016322" y="4576798"/>
                </a:lnTo>
                <a:lnTo>
                  <a:pt x="6756639" y="4581001"/>
                </a:lnTo>
                <a:lnTo>
                  <a:pt x="6500613" y="4583103"/>
                </a:lnTo>
                <a:lnTo>
                  <a:pt x="6247026" y="4581001"/>
                </a:lnTo>
                <a:lnTo>
                  <a:pt x="5995877" y="4581001"/>
                </a:lnTo>
                <a:lnTo>
                  <a:pt x="5747167" y="4576798"/>
                </a:lnTo>
                <a:lnTo>
                  <a:pt x="5503333" y="4570492"/>
                </a:lnTo>
                <a:lnTo>
                  <a:pt x="5261938" y="4564537"/>
                </a:lnTo>
                <a:lnTo>
                  <a:pt x="5025418" y="4557881"/>
                </a:lnTo>
                <a:lnTo>
                  <a:pt x="4790118" y="4547722"/>
                </a:lnTo>
                <a:lnTo>
                  <a:pt x="4558477" y="4536862"/>
                </a:lnTo>
                <a:lnTo>
                  <a:pt x="4331710" y="4527054"/>
                </a:lnTo>
                <a:lnTo>
                  <a:pt x="3889152" y="4499379"/>
                </a:lnTo>
                <a:lnTo>
                  <a:pt x="3464881" y="4469954"/>
                </a:lnTo>
                <a:lnTo>
                  <a:pt x="3057678" y="4439126"/>
                </a:lnTo>
                <a:lnTo>
                  <a:pt x="2672421" y="4405147"/>
                </a:lnTo>
                <a:lnTo>
                  <a:pt x="2304232" y="4369765"/>
                </a:lnTo>
                <a:lnTo>
                  <a:pt x="1962864" y="4331582"/>
                </a:lnTo>
                <a:lnTo>
                  <a:pt x="1642223" y="4294099"/>
                </a:lnTo>
                <a:lnTo>
                  <a:pt x="1347183" y="4256616"/>
                </a:lnTo>
                <a:lnTo>
                  <a:pt x="1076528" y="4221235"/>
                </a:lnTo>
                <a:lnTo>
                  <a:pt x="836351" y="4187605"/>
                </a:lnTo>
                <a:lnTo>
                  <a:pt x="619339" y="4155727"/>
                </a:lnTo>
                <a:lnTo>
                  <a:pt x="436464" y="4129104"/>
                </a:lnTo>
                <a:lnTo>
                  <a:pt x="282848" y="4103881"/>
                </a:lnTo>
                <a:lnTo>
                  <a:pt x="71932" y="4067800"/>
                </a:lnTo>
                <a:lnTo>
                  <a:pt x="1" y="4055539"/>
                </a:lnTo>
                <a:lnTo>
                  <a:pt x="1" y="5020241"/>
                </a:lnTo>
                <a:lnTo>
                  <a:pt x="0" y="5020241"/>
                </a:lnTo>
                <a:close/>
              </a:path>
            </a:pathLst>
          </a:custGeom>
        </p:spPr>
      </p:pic>
      <p:sp>
        <p:nvSpPr>
          <p:cNvPr id="12" name="Freeform 16">
            <a:extLst>
              <a:ext uri="{FF2B5EF4-FFF2-40B4-BE49-F238E27FC236}">
                <a16:creationId xmlns:a16="http://schemas.microsoft.com/office/drawing/2014/main" id="{E4F17063-EDA4-417B-946F-BA357F3B390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719939" y="3753695"/>
            <a:ext cx="3472060" cy="825932"/>
          </a:xfrm>
          <a:custGeom>
            <a:avLst/>
            <a:gdLst>
              <a:gd name="connsiteX0" fmla="*/ 3470310 w 3472060"/>
              <a:gd name="connsiteY0" fmla="*/ 0 h 825932"/>
              <a:gd name="connsiteX1" fmla="*/ 3472060 w 3472060"/>
              <a:gd name="connsiteY1" fmla="*/ 12850 h 825932"/>
              <a:gd name="connsiteX2" fmla="*/ 3472060 w 3472060"/>
              <a:gd name="connsiteY2" fmla="*/ 480529 h 825932"/>
              <a:gd name="connsiteX3" fmla="*/ 3363699 w 3472060"/>
              <a:gd name="connsiteY3" fmla="*/ 498471 h 825932"/>
              <a:gd name="connsiteX4" fmla="*/ 42060 w 3472060"/>
              <a:gd name="connsiteY4" fmla="*/ 824486 h 825932"/>
              <a:gd name="connsiteX5" fmla="*/ 0 w 3472060"/>
              <a:gd name="connsiteY5" fmla="*/ 758452 h 825932"/>
              <a:gd name="connsiteX6" fmla="*/ 188014 w 3472060"/>
              <a:gd name="connsiteY6" fmla="*/ 735602 h 825932"/>
              <a:gd name="connsiteX7" fmla="*/ 284087 w 3472060"/>
              <a:gd name="connsiteY7" fmla="*/ 722590 h 825932"/>
              <a:gd name="connsiteX8" fmla="*/ 382288 w 3472060"/>
              <a:gd name="connsiteY8" fmla="*/ 709392 h 825932"/>
              <a:gd name="connsiteX9" fmla="*/ 481858 w 3472060"/>
              <a:gd name="connsiteY9" fmla="*/ 695774 h 825932"/>
              <a:gd name="connsiteX10" fmla="*/ 581897 w 3472060"/>
              <a:gd name="connsiteY10" fmla="*/ 680711 h 825932"/>
              <a:gd name="connsiteX11" fmla="*/ 683670 w 3472060"/>
              <a:gd name="connsiteY11" fmla="*/ 665256 h 825932"/>
              <a:gd name="connsiteX12" fmla="*/ 787206 w 3472060"/>
              <a:gd name="connsiteY12" fmla="*/ 649587 h 825932"/>
              <a:gd name="connsiteX13" fmla="*/ 892019 w 3472060"/>
              <a:gd name="connsiteY13" fmla="*/ 632968 h 825932"/>
              <a:gd name="connsiteX14" fmla="*/ 997620 w 3472060"/>
              <a:gd name="connsiteY14" fmla="*/ 614667 h 825932"/>
              <a:gd name="connsiteX15" fmla="*/ 1104727 w 3472060"/>
              <a:gd name="connsiteY15" fmla="*/ 596741 h 825932"/>
              <a:gd name="connsiteX16" fmla="*/ 1212669 w 3472060"/>
              <a:gd name="connsiteY16" fmla="*/ 577397 h 825932"/>
              <a:gd name="connsiteX17" fmla="*/ 1321506 w 3472060"/>
              <a:gd name="connsiteY17" fmla="*/ 556988 h 825932"/>
              <a:gd name="connsiteX18" fmla="*/ 1430709 w 3472060"/>
              <a:gd name="connsiteY18" fmla="*/ 536607 h 825932"/>
              <a:gd name="connsiteX19" fmla="*/ 1541050 w 3472060"/>
              <a:gd name="connsiteY19" fmla="*/ 514481 h 825932"/>
              <a:gd name="connsiteX20" fmla="*/ 1652805 w 3472060"/>
              <a:gd name="connsiteY20" fmla="*/ 492202 h 825932"/>
              <a:gd name="connsiteX21" fmla="*/ 1763708 w 3472060"/>
              <a:gd name="connsiteY21" fmla="*/ 469161 h 825932"/>
              <a:gd name="connsiteX22" fmla="*/ 1875795 w 3472060"/>
              <a:gd name="connsiteY22" fmla="*/ 444641 h 825932"/>
              <a:gd name="connsiteX23" fmla="*/ 1989128 w 3472060"/>
              <a:gd name="connsiteY23" fmla="*/ 418995 h 825932"/>
              <a:gd name="connsiteX24" fmla="*/ 2102476 w 3472060"/>
              <a:gd name="connsiteY24" fmla="*/ 393438 h 825932"/>
              <a:gd name="connsiteX25" fmla="*/ 2215549 w 3472060"/>
              <a:gd name="connsiteY25" fmla="*/ 366291 h 825932"/>
              <a:gd name="connsiteX26" fmla="*/ 2330490 w 3472060"/>
              <a:gd name="connsiteY26" fmla="*/ 337455 h 825932"/>
              <a:gd name="connsiteX27" fmla="*/ 2443333 w 3472060"/>
              <a:gd name="connsiteY27" fmla="*/ 308983 h 825932"/>
              <a:gd name="connsiteX28" fmla="*/ 2558014 w 3472060"/>
              <a:gd name="connsiteY28" fmla="*/ 278646 h 825932"/>
              <a:gd name="connsiteX29" fmla="*/ 2673621 w 3472060"/>
              <a:gd name="connsiteY29" fmla="*/ 247421 h 825932"/>
              <a:gd name="connsiteX30" fmla="*/ 2787008 w 3472060"/>
              <a:gd name="connsiteY30" fmla="*/ 215853 h 825932"/>
              <a:gd name="connsiteX31" fmla="*/ 2901442 w 3472060"/>
              <a:gd name="connsiteY31" fmla="*/ 182011 h 825932"/>
              <a:gd name="connsiteX32" fmla="*/ 3015722 w 3472060"/>
              <a:gd name="connsiteY32" fmla="*/ 147286 h 825932"/>
              <a:gd name="connsiteX33" fmla="*/ 3130018 w 3472060"/>
              <a:gd name="connsiteY33" fmla="*/ 112649 h 825932"/>
              <a:gd name="connsiteX34" fmla="*/ 3243551 w 3472060"/>
              <a:gd name="connsiteY34" fmla="*/ 75688 h 825932"/>
              <a:gd name="connsiteX35" fmla="*/ 3356992 w 3472060"/>
              <a:gd name="connsiteY35" fmla="*/ 38197 h 825932"/>
              <a:gd name="connsiteX36" fmla="*/ 3470310 w 3472060"/>
              <a:gd name="connsiteY36" fmla="*/ 0 h 8259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Lst>
            <a:rect l="l" t="t" r="r" b="b"/>
            <a:pathLst>
              <a:path w="3472060" h="825932">
                <a:moveTo>
                  <a:pt x="3470310" y="0"/>
                </a:moveTo>
                <a:lnTo>
                  <a:pt x="3472060" y="12850"/>
                </a:lnTo>
                <a:lnTo>
                  <a:pt x="3472060" y="480529"/>
                </a:lnTo>
                <a:lnTo>
                  <a:pt x="3363699" y="498471"/>
                </a:lnTo>
                <a:cubicBezTo>
                  <a:pt x="2435623" y="645518"/>
                  <a:pt x="603076" y="844866"/>
                  <a:pt x="42060" y="824486"/>
                </a:cubicBezTo>
                <a:cubicBezTo>
                  <a:pt x="28151" y="802425"/>
                  <a:pt x="13909" y="780513"/>
                  <a:pt x="0" y="758452"/>
                </a:cubicBezTo>
                <a:lnTo>
                  <a:pt x="188014" y="735602"/>
                </a:lnTo>
                <a:lnTo>
                  <a:pt x="284087" y="722590"/>
                </a:lnTo>
                <a:lnTo>
                  <a:pt x="382288" y="709392"/>
                </a:lnTo>
                <a:lnTo>
                  <a:pt x="481858" y="695774"/>
                </a:lnTo>
                <a:lnTo>
                  <a:pt x="581897" y="680711"/>
                </a:lnTo>
                <a:lnTo>
                  <a:pt x="683670" y="665256"/>
                </a:lnTo>
                <a:lnTo>
                  <a:pt x="787206" y="649587"/>
                </a:lnTo>
                <a:lnTo>
                  <a:pt x="892019" y="632968"/>
                </a:lnTo>
                <a:lnTo>
                  <a:pt x="997620" y="614667"/>
                </a:lnTo>
                <a:lnTo>
                  <a:pt x="1104727" y="596741"/>
                </a:lnTo>
                <a:lnTo>
                  <a:pt x="1212669" y="577397"/>
                </a:lnTo>
                <a:lnTo>
                  <a:pt x="1321506" y="556988"/>
                </a:lnTo>
                <a:lnTo>
                  <a:pt x="1430709" y="536607"/>
                </a:lnTo>
                <a:lnTo>
                  <a:pt x="1541050" y="514481"/>
                </a:lnTo>
                <a:lnTo>
                  <a:pt x="1652805" y="492202"/>
                </a:lnTo>
                <a:lnTo>
                  <a:pt x="1763708" y="469161"/>
                </a:lnTo>
                <a:lnTo>
                  <a:pt x="1875795" y="444641"/>
                </a:lnTo>
                <a:lnTo>
                  <a:pt x="1989128" y="418995"/>
                </a:lnTo>
                <a:lnTo>
                  <a:pt x="2102476" y="393438"/>
                </a:lnTo>
                <a:lnTo>
                  <a:pt x="2215549" y="366291"/>
                </a:lnTo>
                <a:lnTo>
                  <a:pt x="2330490" y="337455"/>
                </a:lnTo>
                <a:lnTo>
                  <a:pt x="2443333" y="308983"/>
                </a:lnTo>
                <a:lnTo>
                  <a:pt x="2558014" y="278646"/>
                </a:lnTo>
                <a:lnTo>
                  <a:pt x="2673621" y="247421"/>
                </a:lnTo>
                <a:lnTo>
                  <a:pt x="2787008" y="215853"/>
                </a:lnTo>
                <a:lnTo>
                  <a:pt x="2901442" y="182011"/>
                </a:lnTo>
                <a:lnTo>
                  <a:pt x="3015722" y="147286"/>
                </a:lnTo>
                <a:lnTo>
                  <a:pt x="3130018" y="112649"/>
                </a:lnTo>
                <a:lnTo>
                  <a:pt x="3243551" y="75688"/>
                </a:lnTo>
                <a:lnTo>
                  <a:pt x="3356992" y="38197"/>
                </a:lnTo>
                <a:lnTo>
                  <a:pt x="3470310" y="0"/>
                </a:lnTo>
                <a:close/>
              </a:path>
            </a:pathLst>
          </a:custGeom>
          <a:solidFill>
            <a:schemeClr val="tx2">
              <a:alpha val="40000"/>
            </a:schemeClr>
          </a:solidFill>
          <a:ln>
            <a:noFill/>
          </a:ln>
        </p:spPr>
        <p:txBody>
          <a:bodyPr rtlCol="0" anchor="ctr"/>
          <a:lstStyle/>
          <a:p>
            <a:pPr algn="ctr"/>
            <a:endParaRPr lang="en-US">
              <a:solidFill>
                <a:schemeClr val="tx1"/>
              </a:solidFill>
            </a:endParaRPr>
          </a:p>
        </p:txBody>
      </p:sp>
      <p:sp>
        <p:nvSpPr>
          <p:cNvPr id="14" name="Freeform: Shape 13">
            <a:extLst>
              <a:ext uri="{FF2B5EF4-FFF2-40B4-BE49-F238E27FC236}">
                <a16:creationId xmlns:a16="http://schemas.microsoft.com/office/drawing/2014/main" id="{D36F3EEA-55D4-4677-80E7-92D00B8F343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4055533"/>
            <a:ext cx="12192000" cy="2802467"/>
          </a:xfrm>
          <a:custGeom>
            <a:avLst/>
            <a:gdLst>
              <a:gd name="connsiteX0" fmla="*/ 1 w 12192000"/>
              <a:gd name="connsiteY0" fmla="*/ 0 h 2802467"/>
              <a:gd name="connsiteX1" fmla="*/ 71932 w 12192000"/>
              <a:gd name="connsiteY1" fmla="*/ 12261 h 2802467"/>
              <a:gd name="connsiteX2" fmla="*/ 282848 w 12192000"/>
              <a:gd name="connsiteY2" fmla="*/ 48342 h 2802467"/>
              <a:gd name="connsiteX3" fmla="*/ 436464 w 12192000"/>
              <a:gd name="connsiteY3" fmla="*/ 73565 h 2802467"/>
              <a:gd name="connsiteX4" fmla="*/ 619339 w 12192000"/>
              <a:gd name="connsiteY4" fmla="*/ 100188 h 2802467"/>
              <a:gd name="connsiteX5" fmla="*/ 836351 w 12192000"/>
              <a:gd name="connsiteY5" fmla="*/ 132066 h 2802467"/>
              <a:gd name="connsiteX6" fmla="*/ 1076528 w 12192000"/>
              <a:gd name="connsiteY6" fmla="*/ 165696 h 2802467"/>
              <a:gd name="connsiteX7" fmla="*/ 1347183 w 12192000"/>
              <a:gd name="connsiteY7" fmla="*/ 201077 h 2802467"/>
              <a:gd name="connsiteX8" fmla="*/ 1642223 w 12192000"/>
              <a:gd name="connsiteY8" fmla="*/ 238560 h 2802467"/>
              <a:gd name="connsiteX9" fmla="*/ 1962864 w 12192000"/>
              <a:gd name="connsiteY9" fmla="*/ 276043 h 2802467"/>
              <a:gd name="connsiteX10" fmla="*/ 2304232 w 12192000"/>
              <a:gd name="connsiteY10" fmla="*/ 314226 h 2802467"/>
              <a:gd name="connsiteX11" fmla="*/ 2672421 w 12192000"/>
              <a:gd name="connsiteY11" fmla="*/ 349608 h 2802467"/>
              <a:gd name="connsiteX12" fmla="*/ 3057678 w 12192000"/>
              <a:gd name="connsiteY12" fmla="*/ 383587 h 2802467"/>
              <a:gd name="connsiteX13" fmla="*/ 3464881 w 12192000"/>
              <a:gd name="connsiteY13" fmla="*/ 414415 h 2802467"/>
              <a:gd name="connsiteX14" fmla="*/ 3889152 w 12192000"/>
              <a:gd name="connsiteY14" fmla="*/ 443840 h 2802467"/>
              <a:gd name="connsiteX15" fmla="*/ 4331710 w 12192000"/>
              <a:gd name="connsiteY15" fmla="*/ 471515 h 2802467"/>
              <a:gd name="connsiteX16" fmla="*/ 4558476 w 12192000"/>
              <a:gd name="connsiteY16" fmla="*/ 481323 h 2802467"/>
              <a:gd name="connsiteX17" fmla="*/ 4790118 w 12192000"/>
              <a:gd name="connsiteY17" fmla="*/ 492183 h 2802467"/>
              <a:gd name="connsiteX18" fmla="*/ 5025418 w 12192000"/>
              <a:gd name="connsiteY18" fmla="*/ 502342 h 2802467"/>
              <a:gd name="connsiteX19" fmla="*/ 5261937 w 12192000"/>
              <a:gd name="connsiteY19" fmla="*/ 508998 h 2802467"/>
              <a:gd name="connsiteX20" fmla="*/ 5503332 w 12192000"/>
              <a:gd name="connsiteY20" fmla="*/ 514953 h 2802467"/>
              <a:gd name="connsiteX21" fmla="*/ 5747166 w 12192000"/>
              <a:gd name="connsiteY21" fmla="*/ 521259 h 2802467"/>
              <a:gd name="connsiteX22" fmla="*/ 5995877 w 12192000"/>
              <a:gd name="connsiteY22" fmla="*/ 525462 h 2802467"/>
              <a:gd name="connsiteX23" fmla="*/ 6247026 w 12192000"/>
              <a:gd name="connsiteY23" fmla="*/ 525462 h 2802467"/>
              <a:gd name="connsiteX24" fmla="*/ 6500613 w 12192000"/>
              <a:gd name="connsiteY24" fmla="*/ 527564 h 2802467"/>
              <a:gd name="connsiteX25" fmla="*/ 6756639 w 12192000"/>
              <a:gd name="connsiteY25" fmla="*/ 525462 h 2802467"/>
              <a:gd name="connsiteX26" fmla="*/ 7016322 w 12192000"/>
              <a:gd name="connsiteY26" fmla="*/ 521259 h 2802467"/>
              <a:gd name="connsiteX27" fmla="*/ 7276005 w 12192000"/>
              <a:gd name="connsiteY27" fmla="*/ 517405 h 2802467"/>
              <a:gd name="connsiteX28" fmla="*/ 7539345 w 12192000"/>
              <a:gd name="connsiteY28" fmla="*/ 508998 h 2802467"/>
              <a:gd name="connsiteX29" fmla="*/ 7805124 w 12192000"/>
              <a:gd name="connsiteY29" fmla="*/ 500240 h 2802467"/>
              <a:gd name="connsiteX30" fmla="*/ 8070903 w 12192000"/>
              <a:gd name="connsiteY30" fmla="*/ 490081 h 2802467"/>
              <a:gd name="connsiteX31" fmla="*/ 8339121 w 12192000"/>
              <a:gd name="connsiteY31" fmla="*/ 475719 h 2802467"/>
              <a:gd name="connsiteX32" fmla="*/ 8609776 w 12192000"/>
              <a:gd name="connsiteY32" fmla="*/ 458553 h 2802467"/>
              <a:gd name="connsiteX33" fmla="*/ 8881651 w 12192000"/>
              <a:gd name="connsiteY33" fmla="*/ 442089 h 2802467"/>
              <a:gd name="connsiteX34" fmla="*/ 9153526 w 12192000"/>
              <a:gd name="connsiteY34" fmla="*/ 421070 h 2802467"/>
              <a:gd name="connsiteX35" fmla="*/ 9429058 w 12192000"/>
              <a:gd name="connsiteY35" fmla="*/ 395848 h 2802467"/>
              <a:gd name="connsiteX36" fmla="*/ 9700933 w 12192000"/>
              <a:gd name="connsiteY36" fmla="*/ 370626 h 2802467"/>
              <a:gd name="connsiteX37" fmla="*/ 9977684 w 12192000"/>
              <a:gd name="connsiteY37" fmla="*/ 341550 h 2802467"/>
              <a:gd name="connsiteX38" fmla="*/ 10255655 w 12192000"/>
              <a:gd name="connsiteY38" fmla="*/ 309672 h 2802467"/>
              <a:gd name="connsiteX39" fmla="*/ 10529968 w 12192000"/>
              <a:gd name="connsiteY39" fmla="*/ 276043 h 2802467"/>
              <a:gd name="connsiteX40" fmla="*/ 10807939 w 12192000"/>
              <a:gd name="connsiteY40" fmla="*/ 236808 h 2802467"/>
              <a:gd name="connsiteX41" fmla="*/ 11084690 w 12192000"/>
              <a:gd name="connsiteY41" fmla="*/ 194771 h 2802467"/>
              <a:gd name="connsiteX42" fmla="*/ 11362661 w 12192000"/>
              <a:gd name="connsiteY42" fmla="*/ 153085 h 2802467"/>
              <a:gd name="connsiteX43" fmla="*/ 11639412 w 12192000"/>
              <a:gd name="connsiteY43" fmla="*/ 104392 h 2802467"/>
              <a:gd name="connsiteX44" fmla="*/ 11914945 w 12192000"/>
              <a:gd name="connsiteY44" fmla="*/ 54648 h 2802467"/>
              <a:gd name="connsiteX45" fmla="*/ 12191696 w 12192000"/>
              <a:gd name="connsiteY45" fmla="*/ 2452 h 2802467"/>
              <a:gd name="connsiteX46" fmla="*/ 12191696 w 12192000"/>
              <a:gd name="connsiteY46" fmla="*/ 2236410 h 2802467"/>
              <a:gd name="connsiteX47" fmla="*/ 12192000 w 12192000"/>
              <a:gd name="connsiteY47" fmla="*/ 2236410 h 2802467"/>
              <a:gd name="connsiteX48" fmla="*/ 12192000 w 12192000"/>
              <a:gd name="connsiteY48" fmla="*/ 2802467 h 2802467"/>
              <a:gd name="connsiteX49" fmla="*/ 12191696 w 12192000"/>
              <a:gd name="connsiteY49" fmla="*/ 2802467 h 2802467"/>
              <a:gd name="connsiteX50" fmla="*/ 0 w 12192000"/>
              <a:gd name="connsiteY50" fmla="*/ 2802467 h 2802467"/>
              <a:gd name="connsiteX51" fmla="*/ 0 w 12192000"/>
              <a:gd name="connsiteY51" fmla="*/ 2236410 h 2802467"/>
              <a:gd name="connsiteX52" fmla="*/ 1 w 12192000"/>
              <a:gd name="connsiteY52" fmla="*/ 2236410 h 28024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Lst>
            <a:rect l="l" t="t" r="r" b="b"/>
            <a:pathLst>
              <a:path w="12192000" h="2802467">
                <a:moveTo>
                  <a:pt x="1" y="0"/>
                </a:moveTo>
                <a:lnTo>
                  <a:pt x="71932" y="12261"/>
                </a:lnTo>
                <a:lnTo>
                  <a:pt x="282848" y="48342"/>
                </a:lnTo>
                <a:lnTo>
                  <a:pt x="436464" y="73565"/>
                </a:lnTo>
                <a:lnTo>
                  <a:pt x="619339" y="100188"/>
                </a:lnTo>
                <a:lnTo>
                  <a:pt x="836351" y="132066"/>
                </a:lnTo>
                <a:lnTo>
                  <a:pt x="1076528" y="165696"/>
                </a:lnTo>
                <a:lnTo>
                  <a:pt x="1347183" y="201077"/>
                </a:lnTo>
                <a:lnTo>
                  <a:pt x="1642223" y="238560"/>
                </a:lnTo>
                <a:lnTo>
                  <a:pt x="1962864" y="276043"/>
                </a:lnTo>
                <a:lnTo>
                  <a:pt x="2304232" y="314226"/>
                </a:lnTo>
                <a:lnTo>
                  <a:pt x="2672421" y="349608"/>
                </a:lnTo>
                <a:lnTo>
                  <a:pt x="3057678" y="383587"/>
                </a:lnTo>
                <a:lnTo>
                  <a:pt x="3464881" y="414415"/>
                </a:lnTo>
                <a:lnTo>
                  <a:pt x="3889152" y="443840"/>
                </a:lnTo>
                <a:lnTo>
                  <a:pt x="4331710" y="471515"/>
                </a:lnTo>
                <a:lnTo>
                  <a:pt x="4558476" y="481323"/>
                </a:lnTo>
                <a:lnTo>
                  <a:pt x="4790118" y="492183"/>
                </a:lnTo>
                <a:lnTo>
                  <a:pt x="5025418" y="502342"/>
                </a:lnTo>
                <a:lnTo>
                  <a:pt x="5261937" y="508998"/>
                </a:lnTo>
                <a:lnTo>
                  <a:pt x="5503332" y="514953"/>
                </a:lnTo>
                <a:lnTo>
                  <a:pt x="5747166" y="521259"/>
                </a:lnTo>
                <a:lnTo>
                  <a:pt x="5995877" y="525462"/>
                </a:lnTo>
                <a:lnTo>
                  <a:pt x="6247026" y="525462"/>
                </a:lnTo>
                <a:lnTo>
                  <a:pt x="6500613" y="527564"/>
                </a:lnTo>
                <a:lnTo>
                  <a:pt x="6756639" y="525462"/>
                </a:lnTo>
                <a:lnTo>
                  <a:pt x="7016322" y="521259"/>
                </a:lnTo>
                <a:lnTo>
                  <a:pt x="7276005" y="517405"/>
                </a:lnTo>
                <a:lnTo>
                  <a:pt x="7539345" y="508998"/>
                </a:lnTo>
                <a:lnTo>
                  <a:pt x="7805124" y="500240"/>
                </a:lnTo>
                <a:lnTo>
                  <a:pt x="8070903" y="490081"/>
                </a:lnTo>
                <a:lnTo>
                  <a:pt x="8339121" y="475719"/>
                </a:lnTo>
                <a:lnTo>
                  <a:pt x="8609776" y="458553"/>
                </a:lnTo>
                <a:lnTo>
                  <a:pt x="8881651" y="442089"/>
                </a:lnTo>
                <a:lnTo>
                  <a:pt x="9153526" y="421070"/>
                </a:lnTo>
                <a:lnTo>
                  <a:pt x="9429058" y="395848"/>
                </a:lnTo>
                <a:lnTo>
                  <a:pt x="9700933" y="370626"/>
                </a:lnTo>
                <a:lnTo>
                  <a:pt x="9977684" y="341550"/>
                </a:lnTo>
                <a:lnTo>
                  <a:pt x="10255655" y="309672"/>
                </a:lnTo>
                <a:lnTo>
                  <a:pt x="10529968" y="276043"/>
                </a:lnTo>
                <a:lnTo>
                  <a:pt x="10807939" y="236808"/>
                </a:lnTo>
                <a:lnTo>
                  <a:pt x="11084690" y="194771"/>
                </a:lnTo>
                <a:lnTo>
                  <a:pt x="11362661" y="153085"/>
                </a:lnTo>
                <a:lnTo>
                  <a:pt x="11639412" y="104392"/>
                </a:lnTo>
                <a:lnTo>
                  <a:pt x="11914945" y="54648"/>
                </a:lnTo>
                <a:lnTo>
                  <a:pt x="12191696" y="2452"/>
                </a:lnTo>
                <a:lnTo>
                  <a:pt x="12191696" y="2236410"/>
                </a:lnTo>
                <a:lnTo>
                  <a:pt x="12192000" y="2236410"/>
                </a:lnTo>
                <a:lnTo>
                  <a:pt x="12192000" y="2802467"/>
                </a:lnTo>
                <a:lnTo>
                  <a:pt x="12191696" y="2802467"/>
                </a:lnTo>
                <a:lnTo>
                  <a:pt x="0" y="2802467"/>
                </a:lnTo>
                <a:lnTo>
                  <a:pt x="0" y="2236410"/>
                </a:lnTo>
                <a:lnTo>
                  <a:pt x="1" y="2236410"/>
                </a:lnTo>
                <a:close/>
              </a:path>
            </a:pathLst>
          </a:custGeom>
          <a:ln>
            <a:noFill/>
          </a:ln>
        </p:spPr>
        <p:style>
          <a:lnRef idx="2">
            <a:schemeClr val="accent1">
              <a:shade val="50000"/>
            </a:schemeClr>
          </a:lnRef>
          <a:fillRef idx="1003">
            <a:schemeClr val="dk2"/>
          </a:fillRef>
          <a:effectRef idx="0">
            <a:schemeClr val="accent1"/>
          </a:effectRef>
          <a:fontRef idx="minor">
            <a:schemeClr val="lt1"/>
          </a:fontRef>
        </p:style>
        <p:txBody>
          <a:bodyPr rtlCol="0" anchor="ctr"/>
          <a:lstStyle/>
          <a:p>
            <a:pPr algn="ctr"/>
            <a:endParaRPr lang="en-US"/>
          </a:p>
        </p:txBody>
      </p:sp>
      <p:sp>
        <p:nvSpPr>
          <p:cNvPr id="7" name="TextBox 6">
            <a:extLst>
              <a:ext uri="{FF2B5EF4-FFF2-40B4-BE49-F238E27FC236}">
                <a16:creationId xmlns:a16="http://schemas.microsoft.com/office/drawing/2014/main" id="{60DF9197-8802-8516-769E-EEBF6FF39727}"/>
              </a:ext>
            </a:extLst>
          </p:cNvPr>
          <p:cNvSpPr txBox="1"/>
          <p:nvPr/>
        </p:nvSpPr>
        <p:spPr>
          <a:xfrm>
            <a:off x="1066407" y="4958255"/>
            <a:ext cx="10407602" cy="868026"/>
          </a:xfrm>
          <a:prstGeom prst="rect">
            <a:avLst/>
          </a:prstGeom>
        </p:spPr>
        <p:txBody>
          <a:bodyPr vert="horz" lIns="91440" tIns="45720" rIns="91440" bIns="45720" rtlCol="0" anchor="b">
            <a:normAutofit fontScale="92500"/>
          </a:bodyPr>
          <a:lstStyle/>
          <a:p>
            <a:pPr algn="ctr" fontAlgn="base">
              <a:spcBef>
                <a:spcPct val="0"/>
              </a:spcBef>
              <a:spcAft>
                <a:spcPts val="900"/>
              </a:spcAft>
            </a:pPr>
            <a:r>
              <a:rPr lang="en-GB" sz="4800" dirty="0"/>
              <a:t>Flight Cancellation Prediction Model</a:t>
            </a:r>
            <a:endParaRPr lang="en-US" sz="4800" dirty="0">
              <a:solidFill>
                <a:srgbClr val="EBEBEB"/>
              </a:solidFill>
              <a:effectLst/>
              <a:latin typeface="+mj-lt"/>
              <a:ea typeface="+mj-ea"/>
              <a:cs typeface="+mj-cs"/>
            </a:endParaRPr>
          </a:p>
        </p:txBody>
      </p:sp>
    </p:spTree>
    <p:extLst>
      <p:ext uri="{BB962C8B-B14F-4D97-AF65-F5344CB8AC3E}">
        <p14:creationId xmlns:p14="http://schemas.microsoft.com/office/powerpoint/2010/main" val="63063794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F41CE92-5FD5-8704-E769-D6EA6E17942C}"/>
              </a:ext>
            </a:extLst>
          </p:cNvPr>
          <p:cNvSpPr>
            <a:spLocks noGrp="1"/>
          </p:cNvSpPr>
          <p:nvPr>
            <p:ph type="title"/>
          </p:nvPr>
        </p:nvSpPr>
        <p:spPr>
          <a:xfrm>
            <a:off x="645740" y="470648"/>
            <a:ext cx="9404723" cy="1400530"/>
          </a:xfrm>
        </p:spPr>
        <p:txBody>
          <a:bodyPr/>
          <a:lstStyle/>
          <a:p>
            <a:pPr algn="ctr"/>
            <a:r>
              <a:rPr lang="en-US" dirty="0"/>
              <a:t>Dataset Characteristics</a:t>
            </a:r>
            <a:br>
              <a:rPr lang="en-US" dirty="0"/>
            </a:br>
            <a:endParaRPr lang="en-GB" dirty="0"/>
          </a:p>
        </p:txBody>
      </p:sp>
      <p:sp>
        <p:nvSpPr>
          <p:cNvPr id="4" name="Subtitle 2">
            <a:extLst>
              <a:ext uri="{FF2B5EF4-FFF2-40B4-BE49-F238E27FC236}">
                <a16:creationId xmlns:a16="http://schemas.microsoft.com/office/drawing/2014/main" id="{108FD6AB-27D5-C87E-60CA-E773455EDB79}"/>
              </a:ext>
            </a:extLst>
          </p:cNvPr>
          <p:cNvSpPr>
            <a:spLocks noGrp="1"/>
          </p:cNvSpPr>
          <p:nvPr>
            <p:ph idx="1"/>
          </p:nvPr>
        </p:nvSpPr>
        <p:spPr>
          <a:xfrm>
            <a:off x="1019642" y="3917297"/>
            <a:ext cx="7873346" cy="1521291"/>
          </a:xfrm>
        </p:spPr>
        <p:txBody>
          <a:bodyPr/>
          <a:lstStyle/>
          <a:p>
            <a:endParaRPr lang="en-GB" dirty="0"/>
          </a:p>
          <a:p>
            <a:endParaRPr lang="en-GB" b="1" dirty="0"/>
          </a:p>
          <a:p>
            <a:endParaRPr lang="en-GB" dirty="0"/>
          </a:p>
          <a:p>
            <a:endParaRPr lang="en-GB" dirty="0"/>
          </a:p>
          <a:p>
            <a:pPr marL="0" indent="0">
              <a:buNone/>
            </a:pPr>
            <a:endParaRPr lang="en-GB" dirty="0"/>
          </a:p>
        </p:txBody>
      </p:sp>
      <p:sp>
        <p:nvSpPr>
          <p:cNvPr id="6" name="Subtitle 2">
            <a:extLst>
              <a:ext uri="{FF2B5EF4-FFF2-40B4-BE49-F238E27FC236}">
                <a16:creationId xmlns:a16="http://schemas.microsoft.com/office/drawing/2014/main" id="{F48973D5-5BDF-268E-8E9C-22FF9EC376D4}"/>
              </a:ext>
            </a:extLst>
          </p:cNvPr>
          <p:cNvSpPr txBox="1">
            <a:spLocks/>
          </p:cNvSpPr>
          <p:nvPr/>
        </p:nvSpPr>
        <p:spPr>
          <a:xfrm>
            <a:off x="585898" y="1170913"/>
            <a:ext cx="7873346" cy="1629410"/>
          </a:xfrm>
          <a:prstGeom prst="rect">
            <a:avLst/>
          </a:prstGeom>
        </p:spPr>
        <p:txBody>
          <a:bodyPr vert="horz" lIns="91440" tIns="45720" rIns="91440" bIns="45720" rtlCol="0">
            <a:normAutofit lnSpcReduction="10000"/>
          </a:bodyPr>
          <a:lstStyle>
            <a:lvl1pPr marL="342900" indent="-3429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2000" b="0" i="0" kern="1200">
                <a:solidFill>
                  <a:schemeClr val="tx1"/>
                </a:solidFill>
                <a:latin typeface="+mj-lt"/>
                <a:ea typeface="+mj-ea"/>
                <a:cs typeface="+mj-cs"/>
              </a:defRPr>
            </a:lvl1pPr>
            <a:lvl2pPr marL="742950" indent="-28575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800" b="0" i="0" kern="1200">
                <a:solidFill>
                  <a:schemeClr val="tx1"/>
                </a:solidFill>
                <a:latin typeface="+mj-lt"/>
                <a:ea typeface="+mj-ea"/>
                <a:cs typeface="+mj-cs"/>
              </a:defRPr>
            </a:lvl2pPr>
            <a:lvl3pPr marL="11430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600" b="0" i="0" kern="1200">
                <a:solidFill>
                  <a:schemeClr val="tx1"/>
                </a:solidFill>
                <a:latin typeface="+mj-lt"/>
                <a:ea typeface="+mj-ea"/>
                <a:cs typeface="+mj-cs"/>
              </a:defRPr>
            </a:lvl3pPr>
            <a:lvl4pPr marL="16002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4pPr>
            <a:lvl5pPr marL="20574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5pPr>
            <a:lvl6pPr marL="25060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6pPr>
            <a:lvl7pPr marL="29718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7pPr>
            <a:lvl8pPr marL="34290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8pPr>
            <a:lvl9pPr marL="38862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9pPr>
          </a:lstStyle>
          <a:p>
            <a:endParaRPr lang="en-GB" dirty="0"/>
          </a:p>
          <a:p>
            <a:r>
              <a:rPr lang="en-GB" b="1" dirty="0"/>
              <a:t>Historical Flight Delay and Weather Data USA</a:t>
            </a:r>
          </a:p>
          <a:p>
            <a:r>
              <a:rPr lang="en-GB" dirty="0"/>
              <a:t>Data set size (5512903 rows, 35 columns)</a:t>
            </a:r>
          </a:p>
          <a:p>
            <a:r>
              <a:rPr lang="en-GB" dirty="0"/>
              <a:t>Year : 2019</a:t>
            </a:r>
          </a:p>
          <a:p>
            <a:endParaRPr lang="en-GB" b="1" dirty="0"/>
          </a:p>
          <a:p>
            <a:endParaRPr lang="en-GB" dirty="0"/>
          </a:p>
          <a:p>
            <a:endParaRPr lang="en-GB" dirty="0"/>
          </a:p>
          <a:p>
            <a:pPr marL="0" indent="0">
              <a:buFont typeface="Wingdings 3" charset="2"/>
              <a:buNone/>
            </a:pPr>
            <a:endParaRPr lang="en-GB" dirty="0"/>
          </a:p>
        </p:txBody>
      </p:sp>
      <p:graphicFrame>
        <p:nvGraphicFramePr>
          <p:cNvPr id="8" name="Table 7">
            <a:extLst>
              <a:ext uri="{FF2B5EF4-FFF2-40B4-BE49-F238E27FC236}">
                <a16:creationId xmlns:a16="http://schemas.microsoft.com/office/drawing/2014/main" id="{A39B8B5E-A683-6E4D-8BB9-1DE99B52847F}"/>
              </a:ext>
            </a:extLst>
          </p:cNvPr>
          <p:cNvGraphicFramePr>
            <a:graphicFrameLocks noGrp="1"/>
          </p:cNvGraphicFramePr>
          <p:nvPr>
            <p:extLst>
              <p:ext uri="{D42A27DB-BD31-4B8C-83A1-F6EECF244321}">
                <p14:modId xmlns:p14="http://schemas.microsoft.com/office/powerpoint/2010/main" val="1568732741"/>
              </p:ext>
            </p:extLst>
          </p:nvPr>
        </p:nvGraphicFramePr>
        <p:xfrm>
          <a:off x="645740" y="2940703"/>
          <a:ext cx="7590210" cy="3480173"/>
        </p:xfrm>
        <a:graphic>
          <a:graphicData uri="http://schemas.openxmlformats.org/drawingml/2006/table">
            <a:tbl>
              <a:tblPr firstRow="1" firstCol="1" bandRow="1">
                <a:tableStyleId>{00A15C55-8517-42AA-B614-E9B94910E393}</a:tableStyleId>
              </a:tblPr>
              <a:tblGrid>
                <a:gridCol w="3170086">
                  <a:extLst>
                    <a:ext uri="{9D8B030D-6E8A-4147-A177-3AD203B41FA5}">
                      <a16:colId xmlns:a16="http://schemas.microsoft.com/office/drawing/2014/main" val="141947211"/>
                    </a:ext>
                  </a:extLst>
                </a:gridCol>
                <a:gridCol w="4420124">
                  <a:extLst>
                    <a:ext uri="{9D8B030D-6E8A-4147-A177-3AD203B41FA5}">
                      <a16:colId xmlns:a16="http://schemas.microsoft.com/office/drawing/2014/main" val="1221912712"/>
                    </a:ext>
                  </a:extLst>
                </a:gridCol>
              </a:tblGrid>
              <a:tr h="310589">
                <a:tc>
                  <a:txBody>
                    <a:bodyPr/>
                    <a:lstStyle/>
                    <a:p>
                      <a:pPr>
                        <a:lnSpc>
                          <a:spcPct val="107000"/>
                        </a:lnSpc>
                        <a:spcAft>
                          <a:spcPts val="800"/>
                        </a:spcAft>
                        <a:buNone/>
                      </a:pPr>
                      <a:r>
                        <a:rPr lang="en-GB" sz="1100" dirty="0">
                          <a:effectLst/>
                        </a:rPr>
                        <a:t>Used Features</a:t>
                      </a:r>
                      <a:endParaRPr lang="en-GB" sz="1100" dirty="0">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nchor="b"/>
                </a:tc>
                <a:tc>
                  <a:txBody>
                    <a:bodyPr/>
                    <a:lstStyle/>
                    <a:p>
                      <a:pPr>
                        <a:lnSpc>
                          <a:spcPct val="107000"/>
                        </a:lnSpc>
                        <a:spcAft>
                          <a:spcPts val="800"/>
                        </a:spcAft>
                        <a:buNone/>
                      </a:pPr>
                      <a:r>
                        <a:rPr lang="en-GB" sz="1100" dirty="0">
                          <a:effectLst/>
                        </a:rPr>
                        <a:t>Not Used Features</a:t>
                      </a:r>
                      <a:endParaRPr lang="en-GB" sz="1100" dirty="0">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nchor="b"/>
                </a:tc>
                <a:extLst>
                  <a:ext uri="{0D108BD9-81ED-4DB2-BD59-A6C34878D82A}">
                    <a16:rowId xmlns:a16="http://schemas.microsoft.com/office/drawing/2014/main" val="2964976178"/>
                  </a:ext>
                </a:extLst>
              </a:tr>
              <a:tr h="372371">
                <a:tc>
                  <a:txBody>
                    <a:bodyPr/>
                    <a:lstStyle/>
                    <a:p>
                      <a:pPr>
                        <a:lnSpc>
                          <a:spcPct val="107000"/>
                        </a:lnSpc>
                        <a:buNone/>
                      </a:pPr>
                      <a:endParaRPr lang="en-GB" sz="1100">
                        <a:effectLst/>
                        <a:latin typeface="Aptos" panose="020B0004020202020204" pitchFamily="34" charset="0"/>
                      </a:endParaRPr>
                    </a:p>
                  </a:txBody>
                  <a:tcPr marL="68580" marR="68580" marT="0" marB="0" anchor="ctr"/>
                </a:tc>
                <a:tc>
                  <a:txBody>
                    <a:bodyPr/>
                    <a:lstStyle/>
                    <a:p>
                      <a:pPr>
                        <a:lnSpc>
                          <a:spcPct val="107000"/>
                        </a:lnSpc>
                        <a:buNone/>
                      </a:pPr>
                      <a:endParaRPr lang="en-GB" sz="1100">
                        <a:effectLst/>
                        <a:latin typeface="Aptos" panose="020B0004020202020204" pitchFamily="34" charset="0"/>
                      </a:endParaRPr>
                    </a:p>
                  </a:txBody>
                  <a:tcPr marL="68580" marR="68580" marT="0" marB="0" anchor="ctr"/>
                </a:tc>
                <a:extLst>
                  <a:ext uri="{0D108BD9-81ED-4DB2-BD59-A6C34878D82A}">
                    <a16:rowId xmlns:a16="http://schemas.microsoft.com/office/drawing/2014/main" val="211496075"/>
                  </a:ext>
                </a:extLst>
              </a:tr>
              <a:tr h="309133">
                <a:tc>
                  <a:txBody>
                    <a:bodyPr/>
                    <a:lstStyle/>
                    <a:p>
                      <a:pPr indent="139700">
                        <a:lnSpc>
                          <a:spcPct val="107000"/>
                        </a:lnSpc>
                        <a:spcAft>
                          <a:spcPts val="800"/>
                        </a:spcAft>
                        <a:buNone/>
                      </a:pPr>
                      <a:r>
                        <a:rPr lang="en-GB" sz="1100" dirty="0">
                          <a:effectLst/>
                        </a:rPr>
                        <a:t>Carrier Code</a:t>
                      </a:r>
                      <a:endParaRPr lang="en-GB" sz="1100" dirty="0">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nchor="ctr"/>
                </a:tc>
                <a:tc>
                  <a:txBody>
                    <a:bodyPr/>
                    <a:lstStyle/>
                    <a:p>
                      <a:pPr indent="139700">
                        <a:lnSpc>
                          <a:spcPct val="107000"/>
                        </a:lnSpc>
                        <a:spcAft>
                          <a:spcPts val="800"/>
                        </a:spcAft>
                        <a:buNone/>
                      </a:pPr>
                      <a:r>
                        <a:rPr lang="en-GB" sz="1100" dirty="0">
                          <a:effectLst/>
                        </a:rPr>
                        <a:t>Departure Delay</a:t>
                      </a:r>
                      <a:endParaRPr lang="en-GB" sz="1100" dirty="0">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nchor="ctr"/>
                </a:tc>
                <a:extLst>
                  <a:ext uri="{0D108BD9-81ED-4DB2-BD59-A6C34878D82A}">
                    <a16:rowId xmlns:a16="http://schemas.microsoft.com/office/drawing/2014/main" val="1675428137"/>
                  </a:ext>
                </a:extLst>
              </a:tr>
              <a:tr h="248247">
                <a:tc>
                  <a:txBody>
                    <a:bodyPr/>
                    <a:lstStyle/>
                    <a:p>
                      <a:pPr indent="139700">
                        <a:lnSpc>
                          <a:spcPct val="107000"/>
                        </a:lnSpc>
                        <a:spcAft>
                          <a:spcPts val="800"/>
                        </a:spcAft>
                        <a:buNone/>
                      </a:pPr>
                      <a:r>
                        <a:rPr lang="en-GB" sz="1100">
                          <a:effectLst/>
                        </a:rPr>
                        <a:t>Origin Airport</a:t>
                      </a:r>
                      <a:endParaRPr lang="en-GB" sz="1100">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nchor="ctr"/>
                </a:tc>
                <a:tc>
                  <a:txBody>
                    <a:bodyPr/>
                    <a:lstStyle/>
                    <a:p>
                      <a:pPr indent="139700">
                        <a:lnSpc>
                          <a:spcPct val="107000"/>
                        </a:lnSpc>
                        <a:spcAft>
                          <a:spcPts val="800"/>
                        </a:spcAft>
                        <a:buNone/>
                      </a:pPr>
                      <a:r>
                        <a:rPr lang="en-GB" sz="1100" dirty="0">
                          <a:effectLst/>
                        </a:rPr>
                        <a:t>Arrival Delay</a:t>
                      </a:r>
                      <a:endParaRPr lang="en-GB" sz="1100" dirty="0">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nchor="ctr"/>
                </a:tc>
                <a:extLst>
                  <a:ext uri="{0D108BD9-81ED-4DB2-BD59-A6C34878D82A}">
                    <a16:rowId xmlns:a16="http://schemas.microsoft.com/office/drawing/2014/main" val="69876540"/>
                  </a:ext>
                </a:extLst>
              </a:tr>
              <a:tr h="248247">
                <a:tc>
                  <a:txBody>
                    <a:bodyPr/>
                    <a:lstStyle/>
                    <a:p>
                      <a:pPr indent="139700">
                        <a:lnSpc>
                          <a:spcPct val="107000"/>
                        </a:lnSpc>
                        <a:spcAft>
                          <a:spcPts val="800"/>
                        </a:spcAft>
                        <a:buNone/>
                      </a:pPr>
                      <a:r>
                        <a:rPr lang="en-GB" sz="1100">
                          <a:effectLst/>
                        </a:rPr>
                        <a:t>Destination Airport</a:t>
                      </a:r>
                      <a:endParaRPr lang="en-GB" sz="1100">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nchor="ctr"/>
                </a:tc>
                <a:tc>
                  <a:txBody>
                    <a:bodyPr/>
                    <a:lstStyle/>
                    <a:p>
                      <a:pPr indent="139700">
                        <a:lnSpc>
                          <a:spcPct val="107000"/>
                        </a:lnSpc>
                        <a:spcAft>
                          <a:spcPts val="800"/>
                        </a:spcAft>
                        <a:buNone/>
                      </a:pPr>
                      <a:r>
                        <a:rPr lang="en-GB" sz="1100">
                          <a:effectLst/>
                        </a:rPr>
                        <a:t>Carrier Delay</a:t>
                      </a:r>
                      <a:endParaRPr lang="en-GB" sz="1100">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nchor="ctr"/>
                </a:tc>
                <a:extLst>
                  <a:ext uri="{0D108BD9-81ED-4DB2-BD59-A6C34878D82A}">
                    <a16:rowId xmlns:a16="http://schemas.microsoft.com/office/drawing/2014/main" val="3704082932"/>
                  </a:ext>
                </a:extLst>
              </a:tr>
              <a:tr h="240582">
                <a:tc>
                  <a:txBody>
                    <a:bodyPr/>
                    <a:lstStyle/>
                    <a:p>
                      <a:pPr indent="139700">
                        <a:lnSpc>
                          <a:spcPct val="107000"/>
                        </a:lnSpc>
                        <a:spcAft>
                          <a:spcPts val="800"/>
                        </a:spcAft>
                        <a:buNone/>
                      </a:pPr>
                      <a:r>
                        <a:rPr lang="en-GB" sz="1100">
                          <a:effectLst/>
                        </a:rPr>
                        <a:t>Scheduled Elapsed Time</a:t>
                      </a:r>
                      <a:endParaRPr lang="en-GB" sz="1100">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nchor="ctr"/>
                </a:tc>
                <a:tc>
                  <a:txBody>
                    <a:bodyPr/>
                    <a:lstStyle/>
                    <a:p>
                      <a:pPr indent="139700">
                        <a:lnSpc>
                          <a:spcPct val="107000"/>
                        </a:lnSpc>
                        <a:spcAft>
                          <a:spcPts val="800"/>
                        </a:spcAft>
                        <a:buNone/>
                      </a:pPr>
                      <a:r>
                        <a:rPr lang="en-GB" sz="1100">
                          <a:effectLst/>
                        </a:rPr>
                        <a:t>Weather Delay</a:t>
                      </a:r>
                      <a:endParaRPr lang="en-GB" sz="1100">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nchor="ctr"/>
                </a:tc>
                <a:extLst>
                  <a:ext uri="{0D108BD9-81ED-4DB2-BD59-A6C34878D82A}">
                    <a16:rowId xmlns:a16="http://schemas.microsoft.com/office/drawing/2014/main" val="2251382565"/>
                  </a:ext>
                </a:extLst>
              </a:tr>
              <a:tr h="240669">
                <a:tc>
                  <a:txBody>
                    <a:bodyPr/>
                    <a:lstStyle/>
                    <a:p>
                      <a:pPr indent="139700">
                        <a:lnSpc>
                          <a:spcPct val="107000"/>
                        </a:lnSpc>
                        <a:spcAft>
                          <a:spcPts val="800"/>
                        </a:spcAft>
                        <a:buNone/>
                      </a:pPr>
                      <a:r>
                        <a:rPr lang="en-GB" sz="1100">
                          <a:effectLst/>
                        </a:rPr>
                        <a:t>Month</a:t>
                      </a:r>
                      <a:endParaRPr lang="en-GB" sz="1100">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nchor="ctr"/>
                </a:tc>
                <a:tc>
                  <a:txBody>
                    <a:bodyPr/>
                    <a:lstStyle/>
                    <a:p>
                      <a:pPr indent="139700">
                        <a:lnSpc>
                          <a:spcPct val="107000"/>
                        </a:lnSpc>
                        <a:spcAft>
                          <a:spcPts val="800"/>
                        </a:spcAft>
                        <a:buNone/>
                      </a:pPr>
                      <a:r>
                        <a:rPr lang="en-GB" sz="1100">
                          <a:effectLst/>
                        </a:rPr>
                        <a:t>National Aviation System Delay</a:t>
                      </a:r>
                      <a:endParaRPr lang="en-GB" sz="1100">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nchor="ctr"/>
                </a:tc>
                <a:extLst>
                  <a:ext uri="{0D108BD9-81ED-4DB2-BD59-A6C34878D82A}">
                    <a16:rowId xmlns:a16="http://schemas.microsoft.com/office/drawing/2014/main" val="3763928929"/>
                  </a:ext>
                </a:extLst>
              </a:tr>
              <a:tr h="124124">
                <a:tc>
                  <a:txBody>
                    <a:bodyPr/>
                    <a:lstStyle/>
                    <a:p>
                      <a:pPr indent="139700">
                        <a:lnSpc>
                          <a:spcPct val="107000"/>
                        </a:lnSpc>
                        <a:spcAft>
                          <a:spcPts val="800"/>
                        </a:spcAft>
                        <a:buNone/>
                      </a:pPr>
                      <a:r>
                        <a:rPr lang="en-GB" sz="1100">
                          <a:effectLst/>
                        </a:rPr>
                        <a:t>Day</a:t>
                      </a:r>
                      <a:endParaRPr lang="en-GB" sz="1100">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nchor="ctr"/>
                </a:tc>
                <a:tc>
                  <a:txBody>
                    <a:bodyPr/>
                    <a:lstStyle/>
                    <a:p>
                      <a:pPr indent="139700">
                        <a:lnSpc>
                          <a:spcPct val="107000"/>
                        </a:lnSpc>
                        <a:spcAft>
                          <a:spcPts val="800"/>
                        </a:spcAft>
                        <a:buNone/>
                      </a:pPr>
                      <a:r>
                        <a:rPr lang="en-GB" sz="1100">
                          <a:effectLst/>
                        </a:rPr>
                        <a:t>Security Delay</a:t>
                      </a:r>
                      <a:endParaRPr lang="en-GB" sz="1100">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nchor="ctr"/>
                </a:tc>
                <a:extLst>
                  <a:ext uri="{0D108BD9-81ED-4DB2-BD59-A6C34878D82A}">
                    <a16:rowId xmlns:a16="http://schemas.microsoft.com/office/drawing/2014/main" val="2156834902"/>
                  </a:ext>
                </a:extLst>
              </a:tr>
              <a:tr h="124124">
                <a:tc>
                  <a:txBody>
                    <a:bodyPr/>
                    <a:lstStyle/>
                    <a:p>
                      <a:pPr indent="139700">
                        <a:lnSpc>
                          <a:spcPct val="107000"/>
                        </a:lnSpc>
                        <a:spcAft>
                          <a:spcPts val="800"/>
                        </a:spcAft>
                        <a:buNone/>
                      </a:pPr>
                      <a:r>
                        <a:rPr lang="en-GB" sz="1100">
                          <a:effectLst/>
                        </a:rPr>
                        <a:t>Weekday</a:t>
                      </a:r>
                      <a:endParaRPr lang="en-GB" sz="1100">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nchor="ctr"/>
                </a:tc>
                <a:tc>
                  <a:txBody>
                    <a:bodyPr/>
                    <a:lstStyle/>
                    <a:p>
                      <a:pPr indent="139700">
                        <a:lnSpc>
                          <a:spcPct val="107000"/>
                        </a:lnSpc>
                        <a:spcAft>
                          <a:spcPts val="800"/>
                        </a:spcAft>
                        <a:buNone/>
                      </a:pPr>
                      <a:r>
                        <a:rPr lang="en-GB" sz="1100">
                          <a:effectLst/>
                        </a:rPr>
                        <a:t>Late Aircraft Arrival Delay</a:t>
                      </a:r>
                      <a:endParaRPr lang="en-GB" sz="1100">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nchor="ctr"/>
                </a:tc>
                <a:extLst>
                  <a:ext uri="{0D108BD9-81ED-4DB2-BD59-A6C34878D82A}">
                    <a16:rowId xmlns:a16="http://schemas.microsoft.com/office/drawing/2014/main" val="1880828088"/>
                  </a:ext>
                </a:extLst>
              </a:tr>
              <a:tr h="124124">
                <a:tc>
                  <a:txBody>
                    <a:bodyPr/>
                    <a:lstStyle/>
                    <a:p>
                      <a:pPr indent="139700">
                        <a:lnSpc>
                          <a:spcPct val="107000"/>
                        </a:lnSpc>
                        <a:spcAft>
                          <a:spcPts val="800"/>
                        </a:spcAft>
                        <a:buNone/>
                      </a:pPr>
                      <a:r>
                        <a:rPr lang="en-GB" sz="1100">
                          <a:effectLst/>
                        </a:rPr>
                        <a:t>Temperature</a:t>
                      </a:r>
                      <a:endParaRPr lang="en-GB" sz="1100">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nchor="ctr"/>
                </a:tc>
                <a:tc>
                  <a:txBody>
                    <a:bodyPr/>
                    <a:lstStyle/>
                    <a:p>
                      <a:pPr indent="139700">
                        <a:lnSpc>
                          <a:spcPct val="107000"/>
                        </a:lnSpc>
                        <a:spcAft>
                          <a:spcPts val="800"/>
                        </a:spcAft>
                        <a:buNone/>
                      </a:pPr>
                      <a:r>
                        <a:rPr lang="en-GB" sz="1100">
                          <a:effectLst/>
                        </a:rPr>
                        <a:t>Cancellation Code</a:t>
                      </a:r>
                      <a:endParaRPr lang="en-GB" sz="1100">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nchor="ctr"/>
                </a:tc>
                <a:extLst>
                  <a:ext uri="{0D108BD9-81ED-4DB2-BD59-A6C34878D82A}">
                    <a16:rowId xmlns:a16="http://schemas.microsoft.com/office/drawing/2014/main" val="1890309641"/>
                  </a:ext>
                </a:extLst>
              </a:tr>
              <a:tr h="124124">
                <a:tc>
                  <a:txBody>
                    <a:bodyPr/>
                    <a:lstStyle/>
                    <a:p>
                      <a:pPr indent="139700">
                        <a:lnSpc>
                          <a:spcPct val="107000"/>
                        </a:lnSpc>
                        <a:spcAft>
                          <a:spcPts val="800"/>
                        </a:spcAft>
                        <a:buNone/>
                      </a:pPr>
                      <a:r>
                        <a:rPr lang="en-GB" sz="1100">
                          <a:effectLst/>
                        </a:rPr>
                        <a:t>Precipitation</a:t>
                      </a:r>
                      <a:endParaRPr lang="en-GB" sz="1100">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nchor="ctr"/>
                </a:tc>
                <a:tc>
                  <a:txBody>
                    <a:bodyPr/>
                    <a:lstStyle/>
                    <a:p>
                      <a:pPr indent="139700">
                        <a:lnSpc>
                          <a:spcPct val="107000"/>
                        </a:lnSpc>
                        <a:spcAft>
                          <a:spcPts val="800"/>
                        </a:spcAft>
                        <a:buNone/>
                      </a:pPr>
                      <a:r>
                        <a:rPr lang="en-GB" sz="1100">
                          <a:effectLst/>
                        </a:rPr>
                        <a:t>Year</a:t>
                      </a:r>
                      <a:endParaRPr lang="en-GB" sz="1100">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nchor="ctr"/>
                </a:tc>
                <a:extLst>
                  <a:ext uri="{0D108BD9-81ED-4DB2-BD59-A6C34878D82A}">
                    <a16:rowId xmlns:a16="http://schemas.microsoft.com/office/drawing/2014/main" val="2763037146"/>
                  </a:ext>
                </a:extLst>
              </a:tr>
              <a:tr h="124124">
                <a:tc>
                  <a:txBody>
                    <a:bodyPr/>
                    <a:lstStyle/>
                    <a:p>
                      <a:pPr indent="139700">
                        <a:lnSpc>
                          <a:spcPct val="107000"/>
                        </a:lnSpc>
                        <a:spcAft>
                          <a:spcPts val="800"/>
                        </a:spcAft>
                        <a:buNone/>
                      </a:pPr>
                      <a:r>
                        <a:rPr lang="en-GB" sz="1100">
                          <a:effectLst/>
                        </a:rPr>
                        <a:t>Station Pressure</a:t>
                      </a:r>
                      <a:endParaRPr lang="en-GB" sz="1100">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nchor="ctr"/>
                </a:tc>
                <a:tc>
                  <a:txBody>
                    <a:bodyPr/>
                    <a:lstStyle/>
                    <a:p>
                      <a:pPr indent="139700">
                        <a:lnSpc>
                          <a:spcPct val="107000"/>
                        </a:lnSpc>
                        <a:spcAft>
                          <a:spcPts val="800"/>
                        </a:spcAft>
                        <a:buNone/>
                      </a:pPr>
                      <a:r>
                        <a:rPr lang="en-GB" sz="1100">
                          <a:effectLst/>
                        </a:rPr>
                        <a:t>Tail Number</a:t>
                      </a:r>
                      <a:endParaRPr lang="en-GB" sz="1100">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nchor="ctr"/>
                </a:tc>
                <a:extLst>
                  <a:ext uri="{0D108BD9-81ED-4DB2-BD59-A6C34878D82A}">
                    <a16:rowId xmlns:a16="http://schemas.microsoft.com/office/drawing/2014/main" val="941258295"/>
                  </a:ext>
                </a:extLst>
              </a:tr>
              <a:tr h="0">
                <a:tc>
                  <a:txBody>
                    <a:bodyPr/>
                    <a:lstStyle/>
                    <a:p>
                      <a:pPr indent="139700">
                        <a:lnSpc>
                          <a:spcPct val="107000"/>
                        </a:lnSpc>
                        <a:spcAft>
                          <a:spcPts val="800"/>
                        </a:spcAft>
                        <a:buNone/>
                      </a:pPr>
                      <a:r>
                        <a:rPr lang="en-GB" sz="1100">
                          <a:effectLst/>
                        </a:rPr>
                        <a:t>Visibility</a:t>
                      </a:r>
                      <a:endParaRPr lang="en-GB" sz="1100">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nchor="ctr"/>
                </a:tc>
                <a:tc>
                  <a:txBody>
                    <a:bodyPr/>
                    <a:lstStyle/>
                    <a:p>
                      <a:pPr indent="139700">
                        <a:lnSpc>
                          <a:spcPct val="107000"/>
                        </a:lnSpc>
                        <a:spcAft>
                          <a:spcPts val="800"/>
                        </a:spcAft>
                        <a:buNone/>
                      </a:pPr>
                      <a:r>
                        <a:rPr lang="en-GB" sz="1100">
                          <a:effectLst/>
                        </a:rPr>
                        <a:t>Flight ID</a:t>
                      </a:r>
                      <a:endParaRPr lang="en-GB" sz="1100">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nchor="ctr"/>
                </a:tc>
                <a:extLst>
                  <a:ext uri="{0D108BD9-81ED-4DB2-BD59-A6C34878D82A}">
                    <a16:rowId xmlns:a16="http://schemas.microsoft.com/office/drawing/2014/main" val="1325341901"/>
                  </a:ext>
                </a:extLst>
              </a:tr>
              <a:tr h="240669">
                <a:tc>
                  <a:txBody>
                    <a:bodyPr/>
                    <a:lstStyle/>
                    <a:p>
                      <a:pPr indent="139700">
                        <a:lnSpc>
                          <a:spcPct val="107000"/>
                        </a:lnSpc>
                        <a:spcAft>
                          <a:spcPts val="800"/>
                        </a:spcAft>
                        <a:buNone/>
                      </a:pPr>
                      <a:r>
                        <a:rPr lang="en-GB" sz="1100">
                          <a:effectLst/>
                        </a:rPr>
                        <a:t>Wind Speed</a:t>
                      </a:r>
                      <a:endParaRPr lang="en-GB" sz="1100">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nchor="ctr"/>
                </a:tc>
                <a:tc>
                  <a:txBody>
                    <a:bodyPr/>
                    <a:lstStyle/>
                    <a:p>
                      <a:pPr indent="139700">
                        <a:lnSpc>
                          <a:spcPct val="107000"/>
                        </a:lnSpc>
                        <a:spcAft>
                          <a:spcPts val="800"/>
                        </a:spcAft>
                        <a:buNone/>
                      </a:pPr>
                      <a:r>
                        <a:rPr lang="en-GB" sz="1100">
                          <a:effectLst/>
                        </a:rPr>
                        <a:t>Actual Departure/Arrival Information</a:t>
                      </a:r>
                      <a:endParaRPr lang="en-GB" sz="1100">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nchor="ctr"/>
                </a:tc>
                <a:extLst>
                  <a:ext uri="{0D108BD9-81ED-4DB2-BD59-A6C34878D82A}">
                    <a16:rowId xmlns:a16="http://schemas.microsoft.com/office/drawing/2014/main" val="700075254"/>
                  </a:ext>
                </a:extLst>
              </a:tr>
              <a:tr h="240582">
                <a:tc gridSpan="2">
                  <a:txBody>
                    <a:bodyPr/>
                    <a:lstStyle/>
                    <a:p>
                      <a:pPr indent="139700">
                        <a:lnSpc>
                          <a:spcPct val="107000"/>
                        </a:lnSpc>
                        <a:spcAft>
                          <a:spcPts val="800"/>
                        </a:spcAft>
                        <a:buNone/>
                      </a:pPr>
                      <a:r>
                        <a:rPr lang="en-GB" sz="1100" dirty="0">
                          <a:effectLst/>
                        </a:rPr>
                        <a:t>Weather measurements from both airport/weather locations</a:t>
                      </a:r>
                      <a:endParaRPr lang="en-GB" sz="1100" dirty="0">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nchor="ctr"/>
                </a:tc>
                <a:tc hMerge="1">
                  <a:txBody>
                    <a:bodyPr/>
                    <a:lstStyle/>
                    <a:p>
                      <a:endParaRPr lang="en-GB"/>
                    </a:p>
                  </a:txBody>
                  <a:tcPr/>
                </a:tc>
                <a:extLst>
                  <a:ext uri="{0D108BD9-81ED-4DB2-BD59-A6C34878D82A}">
                    <a16:rowId xmlns:a16="http://schemas.microsoft.com/office/drawing/2014/main" val="4025101995"/>
                  </a:ext>
                </a:extLst>
              </a:tr>
            </a:tbl>
          </a:graphicData>
        </a:graphic>
      </p:graphicFrame>
    </p:spTree>
    <p:extLst>
      <p:ext uri="{BB962C8B-B14F-4D97-AF65-F5344CB8AC3E}">
        <p14:creationId xmlns:p14="http://schemas.microsoft.com/office/powerpoint/2010/main" val="73580067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blipFill rotWithShape="1">
          <a:blip r:embed="rId2">
            <a:duotone>
              <a:schemeClr val="bg2">
                <a:shade val="69000"/>
                <a:hueMod val="108000"/>
                <a:satMod val="164000"/>
                <a:lumMod val="74000"/>
              </a:schemeClr>
              <a:schemeClr val="bg2">
                <a:tint val="96000"/>
                <a:hueMod val="88000"/>
                <a:satMod val="140000"/>
                <a:lumMod val="132000"/>
              </a:schemeClr>
            </a:duotone>
          </a:blip>
          <a:stretch/>
        </a:blipFill>
        <a:effectLst/>
      </p:bgPr>
    </p:bg>
    <p:spTree>
      <p:nvGrpSpPr>
        <p:cNvPr id="1" name="">
          <a:extLst>
            <a:ext uri="{FF2B5EF4-FFF2-40B4-BE49-F238E27FC236}">
              <a16:creationId xmlns:a16="http://schemas.microsoft.com/office/drawing/2014/main" id="{76AE672B-90BF-8257-5C68-DDE5BFC7EE76}"/>
            </a:ext>
          </a:extLst>
        </p:cNvPr>
        <p:cNvGrpSpPr/>
        <p:nvPr/>
      </p:nvGrpSpPr>
      <p:grpSpPr>
        <a:xfrm>
          <a:off x="0" y="0"/>
          <a:ext cx="0" cy="0"/>
          <a:chOff x="0" y="0"/>
          <a:chExt cx="0" cy="0"/>
        </a:xfrm>
      </p:grpSpPr>
      <p:pic>
        <p:nvPicPr>
          <p:cNvPr id="52" name="Picture 51">
            <a:extLst>
              <a:ext uri="{FF2B5EF4-FFF2-40B4-BE49-F238E27FC236}">
                <a16:creationId xmlns:a16="http://schemas.microsoft.com/office/drawing/2014/main" id="{412E3267-7ABE-412B-8580-47EC0D1F61FE}"/>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3">
            <a:extLst>
              <a:ext uri="{28A0092B-C50C-407E-A947-70E740481C1C}">
                <a14:useLocalDpi xmlns:a14="http://schemas.microsoft.com/office/drawing/2010/main" val="0"/>
              </a:ext>
            </a:extLst>
          </a:blip>
          <a:srcRect l="3613"/>
          <a:stretch/>
        </p:blipFill>
        <p:spPr>
          <a:xfrm>
            <a:off x="0" y="2669685"/>
            <a:ext cx="4037012" cy="4188315"/>
          </a:xfrm>
          <a:prstGeom prst="rect">
            <a:avLst/>
          </a:prstGeom>
        </p:spPr>
      </p:pic>
      <p:pic>
        <p:nvPicPr>
          <p:cNvPr id="53" name="Picture 52">
            <a:extLst>
              <a:ext uri="{FF2B5EF4-FFF2-40B4-BE49-F238E27FC236}">
                <a16:creationId xmlns:a16="http://schemas.microsoft.com/office/drawing/2014/main" id="{20B62C5A-2250-4380-AB23-DB87446CCED0}"/>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4">
            <a:extLst>
              <a:ext uri="{28A0092B-C50C-407E-A947-70E740481C1C}">
                <a14:useLocalDpi xmlns:a14="http://schemas.microsoft.com/office/drawing/2010/main" val="0"/>
              </a:ext>
            </a:extLst>
          </a:blip>
          <a:srcRect l="35640"/>
          <a:stretch/>
        </p:blipFill>
        <p:spPr>
          <a:xfrm>
            <a:off x="0" y="2892347"/>
            <a:ext cx="1522412" cy="2365453"/>
          </a:xfrm>
          <a:prstGeom prst="rect">
            <a:avLst/>
          </a:prstGeom>
        </p:spPr>
      </p:pic>
      <p:sp>
        <p:nvSpPr>
          <p:cNvPr id="54" name="Oval 53">
            <a:extLst>
              <a:ext uri="{FF2B5EF4-FFF2-40B4-BE49-F238E27FC236}">
                <a16:creationId xmlns:a16="http://schemas.microsoft.com/office/drawing/2014/main" id="{D42CF425-7213-4F89-B0FF-4C2BDDD9C68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609012" y="1676400"/>
            <a:ext cx="2819400" cy="2819400"/>
          </a:xfrm>
          <a:prstGeom prst="ellipse">
            <a:avLst/>
          </a:prstGeom>
          <a:gradFill flip="none" rotWithShape="1">
            <a:gsLst>
              <a:gs pos="0">
                <a:schemeClr val="bg2">
                  <a:lumMod val="60000"/>
                  <a:lumOff val="40000"/>
                  <a:alpha val="7000"/>
                </a:schemeClr>
              </a:gs>
              <a:gs pos="69000">
                <a:schemeClr val="bg2">
                  <a:lumMod val="60000"/>
                  <a:lumOff val="40000"/>
                  <a:alpha val="0"/>
                </a:schemeClr>
              </a:gs>
              <a:gs pos="36000">
                <a:schemeClr val="bg2">
                  <a:lumMod val="60000"/>
                  <a:lumOff val="40000"/>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GB"/>
          </a:p>
        </p:txBody>
      </p:sp>
      <p:pic>
        <p:nvPicPr>
          <p:cNvPr id="55" name="Picture 54">
            <a:extLst>
              <a:ext uri="{FF2B5EF4-FFF2-40B4-BE49-F238E27FC236}">
                <a16:creationId xmlns:a16="http://schemas.microsoft.com/office/drawing/2014/main" id="{D35DA97D-88F8-4249-B650-4FC9FD50A382}"/>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5">
            <a:extLst>
              <a:ext uri="{28A0092B-C50C-407E-A947-70E740481C1C}">
                <a14:useLocalDpi xmlns:a14="http://schemas.microsoft.com/office/drawing/2010/main" val="0"/>
              </a:ext>
            </a:extLst>
          </a:blip>
          <a:srcRect t="28813"/>
          <a:stretch/>
        </p:blipFill>
        <p:spPr>
          <a:xfrm>
            <a:off x="7999412" y="0"/>
            <a:ext cx="1603387" cy="1141407"/>
          </a:xfrm>
          <a:prstGeom prst="rect">
            <a:avLst/>
          </a:prstGeom>
        </p:spPr>
      </p:pic>
      <p:pic>
        <p:nvPicPr>
          <p:cNvPr id="56" name="Picture 55">
            <a:extLst>
              <a:ext uri="{FF2B5EF4-FFF2-40B4-BE49-F238E27FC236}">
                <a16:creationId xmlns:a16="http://schemas.microsoft.com/office/drawing/2014/main" id="{43F38673-6E30-4BAE-AC67-0B283EBF4291}"/>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6">
            <a:extLst>
              <a:ext uri="{28A0092B-C50C-407E-A947-70E740481C1C}">
                <a14:useLocalDpi xmlns:a14="http://schemas.microsoft.com/office/drawing/2010/main" val="0"/>
              </a:ext>
            </a:extLst>
          </a:blip>
          <a:srcRect b="23320"/>
          <a:stretch/>
        </p:blipFill>
        <p:spPr>
          <a:xfrm>
            <a:off x="8605878" y="6096000"/>
            <a:ext cx="993734" cy="762000"/>
          </a:xfrm>
          <a:prstGeom prst="rect">
            <a:avLst/>
          </a:prstGeom>
        </p:spPr>
      </p:pic>
      <p:sp>
        <p:nvSpPr>
          <p:cNvPr id="57" name="Rectangle 56">
            <a:extLst>
              <a:ext uri="{FF2B5EF4-FFF2-40B4-BE49-F238E27FC236}">
                <a16:creationId xmlns:a16="http://schemas.microsoft.com/office/drawing/2014/main" id="{202A25CB-1ED1-4C87-AB49-8D3BC684D1C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a:lstStyle/>
          <a:p>
            <a:endParaRPr lang="en-GB"/>
          </a:p>
        </p:txBody>
      </p:sp>
      <p:sp>
        <p:nvSpPr>
          <p:cNvPr id="2" name="Title 1">
            <a:extLst>
              <a:ext uri="{FF2B5EF4-FFF2-40B4-BE49-F238E27FC236}">
                <a16:creationId xmlns:a16="http://schemas.microsoft.com/office/drawing/2014/main" id="{02DA1B67-0448-C637-0E2F-1FDF81F49B41}"/>
              </a:ext>
            </a:extLst>
          </p:cNvPr>
          <p:cNvSpPr>
            <a:spLocks noGrp="1"/>
          </p:cNvSpPr>
          <p:nvPr>
            <p:ph type="title"/>
          </p:nvPr>
        </p:nvSpPr>
        <p:spPr>
          <a:xfrm>
            <a:off x="8210623" y="1447800"/>
            <a:ext cx="3333676" cy="3096987"/>
          </a:xfrm>
        </p:spPr>
        <p:txBody>
          <a:bodyPr vert="horz" lIns="91440" tIns="45720" rIns="91440" bIns="45720" rtlCol="0" anchor="b">
            <a:normAutofit/>
          </a:bodyPr>
          <a:lstStyle/>
          <a:p>
            <a:pPr>
              <a:lnSpc>
                <a:spcPct val="90000"/>
              </a:lnSpc>
            </a:pPr>
            <a:r>
              <a:rPr lang="en-US" sz="4600" dirty="0"/>
              <a:t>Exploratory Data Analysis</a:t>
            </a:r>
            <a:br>
              <a:rPr lang="en-US" sz="4600" dirty="0"/>
            </a:br>
            <a:endParaRPr lang="en-US" sz="4600" dirty="0"/>
          </a:p>
        </p:txBody>
      </p:sp>
      <p:sp>
        <p:nvSpPr>
          <p:cNvPr id="58" name="Freeform: Shape 57">
            <a:extLst>
              <a:ext uri="{FF2B5EF4-FFF2-40B4-BE49-F238E27FC236}">
                <a16:creationId xmlns:a16="http://schemas.microsoft.com/office/drawing/2014/main" id="{6CA339E8-C3D7-476D-AC8A-9B101D1A5D4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gray">
          <a:xfrm rot="5400000" flipH="1">
            <a:off x="475977" y="-475977"/>
            <a:ext cx="6858000" cy="7809953"/>
          </a:xfrm>
          <a:custGeom>
            <a:avLst/>
            <a:gdLst>
              <a:gd name="connsiteX0" fmla="*/ 6858000 w 6858000"/>
              <a:gd name="connsiteY0" fmla="*/ 1344715 h 7809953"/>
              <a:gd name="connsiteX1" fmla="*/ 6858000 w 6858000"/>
              <a:gd name="connsiteY1" fmla="*/ 1177 h 7809953"/>
              <a:gd name="connsiteX2" fmla="*/ 6702323 w 6858000"/>
              <a:gd name="connsiteY2" fmla="*/ 26222 h 7809953"/>
              <a:gd name="connsiteX3" fmla="*/ 6547332 w 6858000"/>
              <a:gd name="connsiteY3" fmla="*/ 50091 h 7809953"/>
              <a:gd name="connsiteX4" fmla="*/ 6391656 w 6858000"/>
              <a:gd name="connsiteY4" fmla="*/ 73455 h 7809953"/>
              <a:gd name="connsiteX5" fmla="*/ 6235293 w 6858000"/>
              <a:gd name="connsiteY5" fmla="*/ 93458 h 7809953"/>
              <a:gd name="connsiteX6" fmla="*/ 6079617 w 6858000"/>
              <a:gd name="connsiteY6" fmla="*/ 113629 h 7809953"/>
              <a:gd name="connsiteX7" fmla="*/ 5923254 w 6858000"/>
              <a:gd name="connsiteY7" fmla="*/ 132455 h 7809953"/>
              <a:gd name="connsiteX8" fmla="*/ 5768949 w 6858000"/>
              <a:gd name="connsiteY8" fmla="*/ 148591 h 7809953"/>
              <a:gd name="connsiteX9" fmla="*/ 5612587 w 6858000"/>
              <a:gd name="connsiteY9" fmla="*/ 163887 h 7809953"/>
              <a:gd name="connsiteX10" fmla="*/ 5456910 w 6858000"/>
              <a:gd name="connsiteY10" fmla="*/ 177839 h 7809953"/>
              <a:gd name="connsiteX11" fmla="*/ 5303977 w 6858000"/>
              <a:gd name="connsiteY11" fmla="*/ 189941 h 7809953"/>
              <a:gd name="connsiteX12" fmla="*/ 5148986 w 6858000"/>
              <a:gd name="connsiteY12" fmla="*/ 202044 h 7809953"/>
              <a:gd name="connsiteX13" fmla="*/ 4996053 w 6858000"/>
              <a:gd name="connsiteY13" fmla="*/ 212129 h 7809953"/>
              <a:gd name="connsiteX14" fmla="*/ 4843119 w 6858000"/>
              <a:gd name="connsiteY14" fmla="*/ 220029 h 7809953"/>
              <a:gd name="connsiteX15" fmla="*/ 4690872 w 6858000"/>
              <a:gd name="connsiteY15" fmla="*/ 228266 h 7809953"/>
              <a:gd name="connsiteX16" fmla="*/ 4539996 w 6858000"/>
              <a:gd name="connsiteY16" fmla="*/ 235157 h 7809953"/>
              <a:gd name="connsiteX17" fmla="*/ 4390491 w 6858000"/>
              <a:gd name="connsiteY17" fmla="*/ 240032 h 7809953"/>
              <a:gd name="connsiteX18" fmla="*/ 4240987 w 6858000"/>
              <a:gd name="connsiteY18" fmla="*/ 244234 h 7809953"/>
              <a:gd name="connsiteX19" fmla="*/ 4092855 w 6858000"/>
              <a:gd name="connsiteY19" fmla="*/ 248268 h 7809953"/>
              <a:gd name="connsiteX20" fmla="*/ 3946779 w 6858000"/>
              <a:gd name="connsiteY20" fmla="*/ 250117 h 7809953"/>
              <a:gd name="connsiteX21" fmla="*/ 3800704 w 6858000"/>
              <a:gd name="connsiteY21" fmla="*/ 252134 h 7809953"/>
              <a:gd name="connsiteX22" fmla="*/ 3656685 w 6858000"/>
              <a:gd name="connsiteY22" fmla="*/ 253143 h 7809953"/>
              <a:gd name="connsiteX23" fmla="*/ 3514039 w 6858000"/>
              <a:gd name="connsiteY23" fmla="*/ 252134 h 7809953"/>
              <a:gd name="connsiteX24" fmla="*/ 3372765 w 6858000"/>
              <a:gd name="connsiteY24" fmla="*/ 252134 h 7809953"/>
              <a:gd name="connsiteX25" fmla="*/ 3232861 w 6858000"/>
              <a:gd name="connsiteY25" fmla="*/ 250117 h 7809953"/>
              <a:gd name="connsiteX26" fmla="*/ 3095701 w 6858000"/>
              <a:gd name="connsiteY26" fmla="*/ 247092 h 7809953"/>
              <a:gd name="connsiteX27" fmla="*/ 2959913 w 6858000"/>
              <a:gd name="connsiteY27" fmla="*/ 244234 h 7809953"/>
              <a:gd name="connsiteX28" fmla="*/ 2826868 w 6858000"/>
              <a:gd name="connsiteY28" fmla="*/ 241040 h 7809953"/>
              <a:gd name="connsiteX29" fmla="*/ 2694508 w 6858000"/>
              <a:gd name="connsiteY29" fmla="*/ 236166 h 7809953"/>
              <a:gd name="connsiteX30" fmla="*/ 2564207 w 6858000"/>
              <a:gd name="connsiteY30" fmla="*/ 230955 h 7809953"/>
              <a:gd name="connsiteX31" fmla="*/ 2436648 w 6858000"/>
              <a:gd name="connsiteY31" fmla="*/ 226249 h 7809953"/>
              <a:gd name="connsiteX32" fmla="*/ 2187702 w 6858000"/>
              <a:gd name="connsiteY32" fmla="*/ 212969 h 7809953"/>
              <a:gd name="connsiteX33" fmla="*/ 1949044 w 6858000"/>
              <a:gd name="connsiteY33" fmla="*/ 198850 h 7809953"/>
              <a:gd name="connsiteX34" fmla="*/ 1719987 w 6858000"/>
              <a:gd name="connsiteY34" fmla="*/ 184058 h 7809953"/>
              <a:gd name="connsiteX35" fmla="*/ 1503274 w 6858000"/>
              <a:gd name="connsiteY35" fmla="*/ 167753 h 7809953"/>
              <a:gd name="connsiteX36" fmla="*/ 1296162 w 6858000"/>
              <a:gd name="connsiteY36" fmla="*/ 150776 h 7809953"/>
              <a:gd name="connsiteX37" fmla="*/ 1104138 w 6858000"/>
              <a:gd name="connsiteY37" fmla="*/ 132455 h 7809953"/>
              <a:gd name="connsiteX38" fmla="*/ 923773 w 6858000"/>
              <a:gd name="connsiteY38" fmla="*/ 114469 h 7809953"/>
              <a:gd name="connsiteX39" fmla="*/ 757809 w 6858000"/>
              <a:gd name="connsiteY39" fmla="*/ 96484 h 7809953"/>
              <a:gd name="connsiteX40" fmla="*/ 605562 w 6858000"/>
              <a:gd name="connsiteY40" fmla="*/ 79507 h 7809953"/>
              <a:gd name="connsiteX41" fmla="*/ 470459 w 6858000"/>
              <a:gd name="connsiteY41" fmla="*/ 63370 h 7809953"/>
              <a:gd name="connsiteX42" fmla="*/ 348387 w 6858000"/>
              <a:gd name="connsiteY42" fmla="*/ 48074 h 7809953"/>
              <a:gd name="connsiteX43" fmla="*/ 245517 w 6858000"/>
              <a:gd name="connsiteY43" fmla="*/ 35299 h 7809953"/>
              <a:gd name="connsiteX44" fmla="*/ 159106 w 6858000"/>
              <a:gd name="connsiteY44" fmla="*/ 23197 h 7809953"/>
              <a:gd name="connsiteX45" fmla="*/ 40462 w 6858000"/>
              <a:gd name="connsiteY45" fmla="*/ 5883 h 7809953"/>
              <a:gd name="connsiteX46" fmla="*/ 0 w 6858000"/>
              <a:gd name="connsiteY46" fmla="*/ 0 h 7809953"/>
              <a:gd name="connsiteX47" fmla="*/ 0 w 6858000"/>
              <a:gd name="connsiteY47" fmla="*/ 652830 h 7809953"/>
              <a:gd name="connsiteX48" fmla="*/ 0 w 6858000"/>
              <a:gd name="connsiteY48" fmla="*/ 652830 h 7809953"/>
              <a:gd name="connsiteX49" fmla="*/ 0 w 6858000"/>
              <a:gd name="connsiteY49" fmla="*/ 7809953 h 7809953"/>
              <a:gd name="connsiteX50" fmla="*/ 6857999 w 6858000"/>
              <a:gd name="connsiteY50" fmla="*/ 7809953 h 7809953"/>
              <a:gd name="connsiteX51" fmla="*/ 6857999 w 6858000"/>
              <a:gd name="connsiteY51" fmla="*/ 1344715 h 780995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Lst>
            <a:rect l="l" t="t" r="r" b="b"/>
            <a:pathLst>
              <a:path w="6858000" h="7809953">
                <a:moveTo>
                  <a:pt x="6858000" y="1344715"/>
                </a:moveTo>
                <a:lnTo>
                  <a:pt x="6858000" y="1177"/>
                </a:lnTo>
                <a:lnTo>
                  <a:pt x="6702323" y="26222"/>
                </a:lnTo>
                <a:lnTo>
                  <a:pt x="6547332" y="50091"/>
                </a:lnTo>
                <a:lnTo>
                  <a:pt x="6391656" y="73455"/>
                </a:lnTo>
                <a:lnTo>
                  <a:pt x="6235293" y="93458"/>
                </a:lnTo>
                <a:lnTo>
                  <a:pt x="6079617" y="113629"/>
                </a:lnTo>
                <a:lnTo>
                  <a:pt x="5923254" y="132455"/>
                </a:lnTo>
                <a:lnTo>
                  <a:pt x="5768949" y="148591"/>
                </a:lnTo>
                <a:lnTo>
                  <a:pt x="5612587" y="163887"/>
                </a:lnTo>
                <a:lnTo>
                  <a:pt x="5456910" y="177839"/>
                </a:lnTo>
                <a:lnTo>
                  <a:pt x="5303977" y="189941"/>
                </a:lnTo>
                <a:lnTo>
                  <a:pt x="5148986" y="202044"/>
                </a:lnTo>
                <a:lnTo>
                  <a:pt x="4996053" y="212129"/>
                </a:lnTo>
                <a:lnTo>
                  <a:pt x="4843119" y="220029"/>
                </a:lnTo>
                <a:lnTo>
                  <a:pt x="4690872" y="228266"/>
                </a:lnTo>
                <a:lnTo>
                  <a:pt x="4539996" y="235157"/>
                </a:lnTo>
                <a:lnTo>
                  <a:pt x="4390491" y="240032"/>
                </a:lnTo>
                <a:lnTo>
                  <a:pt x="4240987" y="244234"/>
                </a:lnTo>
                <a:lnTo>
                  <a:pt x="4092855" y="248268"/>
                </a:lnTo>
                <a:lnTo>
                  <a:pt x="3946779" y="250117"/>
                </a:lnTo>
                <a:lnTo>
                  <a:pt x="3800704" y="252134"/>
                </a:lnTo>
                <a:lnTo>
                  <a:pt x="3656685" y="253143"/>
                </a:lnTo>
                <a:lnTo>
                  <a:pt x="3514039" y="252134"/>
                </a:lnTo>
                <a:lnTo>
                  <a:pt x="3372765" y="252134"/>
                </a:lnTo>
                <a:lnTo>
                  <a:pt x="3232861" y="250117"/>
                </a:lnTo>
                <a:lnTo>
                  <a:pt x="3095701" y="247092"/>
                </a:lnTo>
                <a:lnTo>
                  <a:pt x="2959913" y="244234"/>
                </a:lnTo>
                <a:lnTo>
                  <a:pt x="2826868" y="241040"/>
                </a:lnTo>
                <a:lnTo>
                  <a:pt x="2694508" y="236166"/>
                </a:lnTo>
                <a:lnTo>
                  <a:pt x="2564207" y="230955"/>
                </a:lnTo>
                <a:lnTo>
                  <a:pt x="2436648" y="226249"/>
                </a:lnTo>
                <a:lnTo>
                  <a:pt x="2187702" y="212969"/>
                </a:lnTo>
                <a:lnTo>
                  <a:pt x="1949044" y="198850"/>
                </a:lnTo>
                <a:lnTo>
                  <a:pt x="1719987" y="184058"/>
                </a:lnTo>
                <a:lnTo>
                  <a:pt x="1503274" y="167753"/>
                </a:lnTo>
                <a:lnTo>
                  <a:pt x="1296162" y="150776"/>
                </a:lnTo>
                <a:lnTo>
                  <a:pt x="1104138" y="132455"/>
                </a:lnTo>
                <a:lnTo>
                  <a:pt x="923773" y="114469"/>
                </a:lnTo>
                <a:lnTo>
                  <a:pt x="757809" y="96484"/>
                </a:lnTo>
                <a:lnTo>
                  <a:pt x="605562" y="79507"/>
                </a:lnTo>
                <a:lnTo>
                  <a:pt x="470459" y="63370"/>
                </a:lnTo>
                <a:lnTo>
                  <a:pt x="348387" y="48074"/>
                </a:lnTo>
                <a:lnTo>
                  <a:pt x="245517" y="35299"/>
                </a:lnTo>
                <a:lnTo>
                  <a:pt x="159106" y="23197"/>
                </a:lnTo>
                <a:lnTo>
                  <a:pt x="40462" y="5883"/>
                </a:lnTo>
                <a:lnTo>
                  <a:pt x="0" y="0"/>
                </a:lnTo>
                <a:lnTo>
                  <a:pt x="0" y="652830"/>
                </a:lnTo>
                <a:lnTo>
                  <a:pt x="0" y="652830"/>
                </a:lnTo>
                <a:lnTo>
                  <a:pt x="0" y="7809953"/>
                </a:lnTo>
                <a:lnTo>
                  <a:pt x="6857999" y="7809953"/>
                </a:lnTo>
                <a:lnTo>
                  <a:pt x="6857999" y="1344715"/>
                </a:lnTo>
                <a:close/>
              </a:path>
            </a:pathLst>
          </a:custGeom>
          <a:solidFill>
            <a:srgbClr val="FFFFFF"/>
          </a:solidFill>
          <a:ln>
            <a:noFill/>
          </a:ln>
        </p:spPr>
        <p:txBody>
          <a:bodyPr/>
          <a:lstStyle/>
          <a:p>
            <a:endParaRPr lang="en-GB"/>
          </a:p>
        </p:txBody>
      </p:sp>
      <p:pic>
        <p:nvPicPr>
          <p:cNvPr id="8" name="Picture 7">
            <a:extLst>
              <a:ext uri="{FF2B5EF4-FFF2-40B4-BE49-F238E27FC236}">
                <a16:creationId xmlns:a16="http://schemas.microsoft.com/office/drawing/2014/main" id="{8E7C0953-83B6-FB71-56A9-EA4A7DA7063C}"/>
              </a:ext>
            </a:extLst>
          </p:cNvPr>
          <p:cNvPicPr>
            <a:picLocks noChangeAspect="1"/>
          </p:cNvPicPr>
          <p:nvPr/>
        </p:nvPicPr>
        <p:blipFill>
          <a:blip r:embed="rId7">
            <a:extLst>
              <a:ext uri="{28A0092B-C50C-407E-A947-70E740481C1C}">
                <a14:useLocalDpi xmlns:a14="http://schemas.microsoft.com/office/drawing/2010/main" val="0"/>
              </a:ext>
            </a:extLst>
          </a:blip>
          <a:srcRect t="49100" r="-624" b="1"/>
          <a:stretch>
            <a:fillRect/>
          </a:stretch>
        </p:blipFill>
        <p:spPr>
          <a:xfrm>
            <a:off x="101905" y="440662"/>
            <a:ext cx="3526062" cy="3835702"/>
          </a:xfrm>
          <a:prstGeom prst="rect">
            <a:avLst/>
          </a:prstGeom>
          <a:effectLst/>
        </p:spPr>
      </p:pic>
      <p:sp>
        <p:nvSpPr>
          <p:cNvPr id="59" name="Freeform 31">
            <a:extLst>
              <a:ext uri="{FF2B5EF4-FFF2-40B4-BE49-F238E27FC236}">
                <a16:creationId xmlns:a16="http://schemas.microsoft.com/office/drawing/2014/main" id="{066DF7B3-9ED5-41D5-A5B2-B2C5775B131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7463681" y="-1"/>
            <a:ext cx="559472" cy="3709642"/>
          </a:xfrm>
          <a:custGeom>
            <a:avLst/>
            <a:gdLst>
              <a:gd name="connsiteX0" fmla="*/ 0 w 559472"/>
              <a:gd name="connsiteY0" fmla="*/ 0 h 3709642"/>
              <a:gd name="connsiteX1" fmla="*/ 473952 w 559472"/>
              <a:gd name="connsiteY1" fmla="*/ 0 h 3709642"/>
              <a:gd name="connsiteX2" fmla="*/ 485840 w 559472"/>
              <a:gd name="connsiteY2" fmla="*/ 161194 h 3709642"/>
              <a:gd name="connsiteX3" fmla="*/ 523949 w 559472"/>
              <a:gd name="connsiteY3" fmla="*/ 3672197 h 3709642"/>
              <a:gd name="connsiteX4" fmla="*/ 454748 w 559472"/>
              <a:gd name="connsiteY4" fmla="*/ 3709642 h 3709642"/>
              <a:gd name="connsiteX5" fmla="*/ 448224 w 559472"/>
              <a:gd name="connsiteY5" fmla="*/ 3510471 h 3709642"/>
              <a:gd name="connsiteX6" fmla="*/ 443564 w 559472"/>
              <a:gd name="connsiteY6" fmla="*/ 3408563 h 3709642"/>
              <a:gd name="connsiteX7" fmla="*/ 438902 w 559472"/>
              <a:gd name="connsiteY7" fmla="*/ 3304407 h 3709642"/>
              <a:gd name="connsiteX8" fmla="*/ 433941 w 559472"/>
              <a:gd name="connsiteY8" fmla="*/ 3198777 h 3709642"/>
              <a:gd name="connsiteX9" fmla="*/ 427584 w 559472"/>
              <a:gd name="connsiteY9" fmla="*/ 3092510 h 3709642"/>
              <a:gd name="connsiteX10" fmla="*/ 420988 w 559472"/>
              <a:gd name="connsiteY10" fmla="*/ 2984390 h 3709642"/>
              <a:gd name="connsiteX11" fmla="*/ 414330 w 559472"/>
              <a:gd name="connsiteY11" fmla="*/ 2874401 h 3709642"/>
              <a:gd name="connsiteX12" fmla="*/ 406840 w 559472"/>
              <a:gd name="connsiteY12" fmla="*/ 2762980 h 3709642"/>
              <a:gd name="connsiteX13" fmla="*/ 397745 w 559472"/>
              <a:gd name="connsiteY13" fmla="*/ 2650566 h 3709642"/>
              <a:gd name="connsiteX14" fmla="*/ 389154 w 559472"/>
              <a:gd name="connsiteY14" fmla="*/ 2536612 h 3709642"/>
              <a:gd name="connsiteX15" fmla="*/ 379225 w 559472"/>
              <a:gd name="connsiteY15" fmla="*/ 2421642 h 3709642"/>
              <a:gd name="connsiteX16" fmla="*/ 368316 w 559472"/>
              <a:gd name="connsiteY16" fmla="*/ 2305627 h 3709642"/>
              <a:gd name="connsiteX17" fmla="*/ 357466 w 559472"/>
              <a:gd name="connsiteY17" fmla="*/ 2189233 h 3709642"/>
              <a:gd name="connsiteX18" fmla="*/ 344982 w 559472"/>
              <a:gd name="connsiteY18" fmla="*/ 2071473 h 3709642"/>
              <a:gd name="connsiteX19" fmla="*/ 332466 w 559472"/>
              <a:gd name="connsiteY19" fmla="*/ 1952216 h 3709642"/>
              <a:gd name="connsiteX20" fmla="*/ 319121 w 559472"/>
              <a:gd name="connsiteY20" fmla="*/ 1833776 h 3709642"/>
              <a:gd name="connsiteX21" fmla="*/ 304408 w 559472"/>
              <a:gd name="connsiteY21" fmla="*/ 1713948 h 3709642"/>
              <a:gd name="connsiteX22" fmla="*/ 288685 w 559472"/>
              <a:gd name="connsiteY22" fmla="*/ 1592703 h 3709642"/>
              <a:gd name="connsiteX23" fmla="*/ 273050 w 559472"/>
              <a:gd name="connsiteY23" fmla="*/ 1471451 h 3709642"/>
              <a:gd name="connsiteX24" fmla="*/ 255813 w 559472"/>
              <a:gd name="connsiteY24" fmla="*/ 1350328 h 3709642"/>
              <a:gd name="connsiteX25" fmla="*/ 237060 w 559472"/>
              <a:gd name="connsiteY25" fmla="*/ 1227080 h 3709642"/>
              <a:gd name="connsiteX26" fmla="*/ 218488 w 559472"/>
              <a:gd name="connsiteY26" fmla="*/ 1106065 h 3709642"/>
              <a:gd name="connsiteX27" fmla="*/ 198221 w 559472"/>
              <a:gd name="connsiteY27" fmla="*/ 982940 h 3709642"/>
              <a:gd name="connsiteX28" fmla="*/ 177152 w 559472"/>
              <a:gd name="connsiteY28" fmla="*/ 858755 h 3709642"/>
              <a:gd name="connsiteX29" fmla="*/ 155551 w 559472"/>
              <a:gd name="connsiteY29" fmla="*/ 736861 h 3709642"/>
              <a:gd name="connsiteX30" fmla="*/ 131782 w 559472"/>
              <a:gd name="connsiteY30" fmla="*/ 613645 h 3709642"/>
              <a:gd name="connsiteX31" fmla="*/ 107123 w 559472"/>
              <a:gd name="connsiteY31" fmla="*/ 490500 h 3709642"/>
              <a:gd name="connsiteX32" fmla="*/ 82552 w 559472"/>
              <a:gd name="connsiteY32" fmla="*/ 367348 h 3709642"/>
              <a:gd name="connsiteX33" fmla="*/ 55608 w 559472"/>
              <a:gd name="connsiteY33" fmla="*/ 244762 h 3709642"/>
              <a:gd name="connsiteX34" fmla="*/ 28130 w 559472"/>
              <a:gd name="connsiteY34" fmla="*/ 122220 h 3709642"/>
              <a:gd name="connsiteX35" fmla="*/ 0 w 559472"/>
              <a:gd name="connsiteY35" fmla="*/ 0 h 37096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559472" h="3709642">
                <a:moveTo>
                  <a:pt x="0" y="0"/>
                </a:moveTo>
                <a:lnTo>
                  <a:pt x="473952" y="0"/>
                </a:lnTo>
                <a:lnTo>
                  <a:pt x="485840" y="161194"/>
                </a:lnTo>
                <a:cubicBezTo>
                  <a:pt x="552063" y="1147770"/>
                  <a:pt x="592441" y="3086737"/>
                  <a:pt x="523949" y="3672197"/>
                </a:cubicBezTo>
                <a:cubicBezTo>
                  <a:pt x="500842" y="3684557"/>
                  <a:pt x="477855" y="3697282"/>
                  <a:pt x="454748" y="3709642"/>
                </a:cubicBezTo>
                <a:lnTo>
                  <a:pt x="448224" y="3510471"/>
                </a:lnTo>
                <a:lnTo>
                  <a:pt x="443564" y="3408563"/>
                </a:lnTo>
                <a:lnTo>
                  <a:pt x="438902" y="3304407"/>
                </a:lnTo>
                <a:lnTo>
                  <a:pt x="433941" y="3198777"/>
                </a:lnTo>
                <a:lnTo>
                  <a:pt x="427584" y="3092510"/>
                </a:lnTo>
                <a:lnTo>
                  <a:pt x="420988" y="2984390"/>
                </a:lnTo>
                <a:lnTo>
                  <a:pt x="414330" y="2874401"/>
                </a:lnTo>
                <a:lnTo>
                  <a:pt x="406840" y="2762980"/>
                </a:lnTo>
                <a:lnTo>
                  <a:pt x="397745" y="2650566"/>
                </a:lnTo>
                <a:lnTo>
                  <a:pt x="389154" y="2536612"/>
                </a:lnTo>
                <a:lnTo>
                  <a:pt x="379225" y="2421642"/>
                </a:lnTo>
                <a:lnTo>
                  <a:pt x="368316" y="2305627"/>
                </a:lnTo>
                <a:lnTo>
                  <a:pt x="357466" y="2189233"/>
                </a:lnTo>
                <a:lnTo>
                  <a:pt x="344982" y="2071473"/>
                </a:lnTo>
                <a:lnTo>
                  <a:pt x="332466" y="1952216"/>
                </a:lnTo>
                <a:lnTo>
                  <a:pt x="319121" y="1833776"/>
                </a:lnTo>
                <a:lnTo>
                  <a:pt x="304408" y="1713948"/>
                </a:lnTo>
                <a:lnTo>
                  <a:pt x="288685" y="1592703"/>
                </a:lnTo>
                <a:lnTo>
                  <a:pt x="273050" y="1471451"/>
                </a:lnTo>
                <a:lnTo>
                  <a:pt x="255813" y="1350328"/>
                </a:lnTo>
                <a:lnTo>
                  <a:pt x="237060" y="1227080"/>
                </a:lnTo>
                <a:lnTo>
                  <a:pt x="218488" y="1106065"/>
                </a:lnTo>
                <a:lnTo>
                  <a:pt x="198221" y="982940"/>
                </a:lnTo>
                <a:lnTo>
                  <a:pt x="177152" y="858755"/>
                </a:lnTo>
                <a:lnTo>
                  <a:pt x="155551" y="736861"/>
                </a:lnTo>
                <a:lnTo>
                  <a:pt x="131782" y="613645"/>
                </a:lnTo>
                <a:lnTo>
                  <a:pt x="107123" y="490500"/>
                </a:lnTo>
                <a:lnTo>
                  <a:pt x="82552" y="367348"/>
                </a:lnTo>
                <a:lnTo>
                  <a:pt x="55608" y="244762"/>
                </a:lnTo>
                <a:lnTo>
                  <a:pt x="28130" y="122220"/>
                </a:lnTo>
                <a:lnTo>
                  <a:pt x="0" y="0"/>
                </a:lnTo>
                <a:close/>
              </a:path>
            </a:pathLst>
          </a:custGeom>
          <a:solidFill>
            <a:schemeClr val="tx1">
              <a:alpha val="20000"/>
            </a:schemeClr>
          </a:solidFill>
          <a:ln>
            <a:noFill/>
          </a:ln>
        </p:spPr>
        <p:txBody>
          <a:bodyPr rtlCol="0" anchor="ctr"/>
          <a:lstStyle/>
          <a:p>
            <a:pPr algn="ctr"/>
            <a:endParaRPr lang="en-US"/>
          </a:p>
        </p:txBody>
      </p:sp>
      <p:pic>
        <p:nvPicPr>
          <p:cNvPr id="10" name="Picture 9">
            <a:extLst>
              <a:ext uri="{FF2B5EF4-FFF2-40B4-BE49-F238E27FC236}">
                <a16:creationId xmlns:a16="http://schemas.microsoft.com/office/drawing/2014/main" id="{62F853A0-6022-4C37-EEF9-1089354A0CED}"/>
              </a:ext>
            </a:extLst>
          </p:cNvPr>
          <p:cNvPicPr>
            <a:picLocks noChangeAspect="1"/>
          </p:cNvPicPr>
          <p:nvPr/>
        </p:nvPicPr>
        <p:blipFill>
          <a:blip r:embed="rId7">
            <a:extLst>
              <a:ext uri="{28A0092B-C50C-407E-A947-70E740481C1C}">
                <a14:useLocalDpi xmlns:a14="http://schemas.microsoft.com/office/drawing/2010/main" val="0"/>
              </a:ext>
            </a:extLst>
          </a:blip>
          <a:srcRect l="-1" t="1" r="-1050" b="48884"/>
          <a:stretch>
            <a:fillRect/>
          </a:stretch>
        </p:blipFill>
        <p:spPr>
          <a:xfrm>
            <a:off x="3937071" y="440662"/>
            <a:ext cx="3526061" cy="3835702"/>
          </a:xfrm>
          <a:prstGeom prst="rect">
            <a:avLst/>
          </a:prstGeom>
          <a:effectLst/>
        </p:spPr>
      </p:pic>
      <p:sp>
        <p:nvSpPr>
          <p:cNvPr id="4" name="TextBox 3">
            <a:extLst>
              <a:ext uri="{FF2B5EF4-FFF2-40B4-BE49-F238E27FC236}">
                <a16:creationId xmlns:a16="http://schemas.microsoft.com/office/drawing/2014/main" id="{C3D8B7C8-DDAD-F2D8-7DA0-5A478540D378}"/>
              </a:ext>
            </a:extLst>
          </p:cNvPr>
          <p:cNvSpPr txBox="1"/>
          <p:nvPr/>
        </p:nvSpPr>
        <p:spPr>
          <a:xfrm>
            <a:off x="178280" y="4624895"/>
            <a:ext cx="6096000" cy="923330"/>
          </a:xfrm>
          <a:prstGeom prst="rect">
            <a:avLst/>
          </a:prstGeom>
          <a:noFill/>
        </p:spPr>
        <p:txBody>
          <a:bodyPr wrap="square">
            <a:spAutoFit/>
          </a:bodyPr>
          <a:lstStyle/>
          <a:p>
            <a:r>
              <a:rPr lang="en-GB" b="1" dirty="0">
                <a:solidFill>
                  <a:schemeClr val="bg1">
                    <a:lumMod val="95000"/>
                    <a:lumOff val="5000"/>
                  </a:schemeClr>
                </a:solidFill>
              </a:rPr>
              <a:t>Class imbalance is severe</a:t>
            </a:r>
            <a:r>
              <a:rPr lang="en-GB" dirty="0">
                <a:solidFill>
                  <a:schemeClr val="bg1">
                    <a:lumMod val="95000"/>
                    <a:lumOff val="5000"/>
                  </a:schemeClr>
                </a:solidFill>
              </a:rPr>
              <a:t> – across virtually every panel the orange bars are barely visible against the 10^6-scale blue bars</a:t>
            </a:r>
          </a:p>
        </p:txBody>
      </p:sp>
      <p:sp>
        <p:nvSpPr>
          <p:cNvPr id="6" name="TextBox 5">
            <a:extLst>
              <a:ext uri="{FF2B5EF4-FFF2-40B4-BE49-F238E27FC236}">
                <a16:creationId xmlns:a16="http://schemas.microsoft.com/office/drawing/2014/main" id="{FF2D612D-725C-8966-D999-9C1DABFB5418}"/>
              </a:ext>
            </a:extLst>
          </p:cNvPr>
          <p:cNvSpPr txBox="1"/>
          <p:nvPr/>
        </p:nvSpPr>
        <p:spPr>
          <a:xfrm>
            <a:off x="178280" y="5548225"/>
            <a:ext cx="7108345" cy="1200329"/>
          </a:xfrm>
          <a:prstGeom prst="rect">
            <a:avLst/>
          </a:prstGeom>
          <a:noFill/>
        </p:spPr>
        <p:txBody>
          <a:bodyPr wrap="square">
            <a:spAutoFit/>
          </a:bodyPr>
          <a:lstStyle/>
          <a:p>
            <a:r>
              <a:rPr lang="en-GB" b="1" dirty="0">
                <a:solidFill>
                  <a:schemeClr val="bg1">
                    <a:lumMod val="95000"/>
                    <a:lumOff val="5000"/>
                  </a:schemeClr>
                </a:solidFill>
              </a:rPr>
              <a:t>No monthly/day-of-week skew</a:t>
            </a:r>
            <a:r>
              <a:rPr lang="en-GB" dirty="0">
                <a:solidFill>
                  <a:schemeClr val="bg1">
                    <a:lumMod val="95000"/>
                    <a:lumOff val="5000"/>
                  </a:schemeClr>
                </a:solidFill>
              </a:rPr>
              <a:t> – month, day, and weekday distributions for class 1 roughly track class 0's shape, implying cancellations aren't concentrated in a specific month or weekday but occur at a fairly steady background rate.</a:t>
            </a:r>
          </a:p>
        </p:txBody>
      </p:sp>
    </p:spTree>
    <p:extLst>
      <p:ext uri="{BB962C8B-B14F-4D97-AF65-F5344CB8AC3E}">
        <p14:creationId xmlns:p14="http://schemas.microsoft.com/office/powerpoint/2010/main" val="262313448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9" name="Rectangle 38">
            <a:extLst>
              <a:ext uri="{FF2B5EF4-FFF2-40B4-BE49-F238E27FC236}">
                <a16:creationId xmlns:a16="http://schemas.microsoft.com/office/drawing/2014/main" id="{EE4E366E-272A-409E-840F-9A6A64A9E3F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003">
            <a:schemeClr val="dk2"/>
          </a:fillRef>
          <a:effectRef idx="0">
            <a:schemeClr val="accent1"/>
          </a:effectRef>
          <a:fontRef idx="minor">
            <a:schemeClr val="lt1"/>
          </a:fontRef>
        </p:style>
        <p:txBody>
          <a:bodyPr rtlCol="0" anchor="ctr"/>
          <a:lstStyle/>
          <a:p>
            <a:pPr algn="ctr"/>
            <a:endParaRPr lang="en-US"/>
          </a:p>
        </p:txBody>
      </p:sp>
      <p:sp>
        <p:nvSpPr>
          <p:cNvPr id="41" name="Rectangle 40">
            <a:extLst>
              <a:ext uri="{FF2B5EF4-FFF2-40B4-BE49-F238E27FC236}">
                <a16:creationId xmlns:a16="http://schemas.microsoft.com/office/drawing/2014/main" id="{A721560C-E4AB-4287-A29C-3F6916794CB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442448"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a:lstStyle/>
          <a:p>
            <a:endParaRPr lang="en-GB"/>
          </a:p>
        </p:txBody>
      </p:sp>
      <p:sp>
        <p:nvSpPr>
          <p:cNvPr id="43" name="Freeform 7">
            <a:extLst>
              <a:ext uri="{FF2B5EF4-FFF2-40B4-BE49-F238E27FC236}">
                <a16:creationId xmlns:a16="http://schemas.microsoft.com/office/drawing/2014/main" id="{DF6CFF07-D953-4F9C-9A0E-E0A6AACB615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719939" y="1460230"/>
            <a:ext cx="3472060" cy="825932"/>
          </a:xfrm>
          <a:custGeom>
            <a:avLst/>
            <a:gdLst>
              <a:gd name="connsiteX0" fmla="*/ 3470310 w 3472060"/>
              <a:gd name="connsiteY0" fmla="*/ 0 h 825932"/>
              <a:gd name="connsiteX1" fmla="*/ 3472060 w 3472060"/>
              <a:gd name="connsiteY1" fmla="*/ 12850 h 825932"/>
              <a:gd name="connsiteX2" fmla="*/ 3472060 w 3472060"/>
              <a:gd name="connsiteY2" fmla="*/ 480529 h 825932"/>
              <a:gd name="connsiteX3" fmla="*/ 3363699 w 3472060"/>
              <a:gd name="connsiteY3" fmla="*/ 498471 h 825932"/>
              <a:gd name="connsiteX4" fmla="*/ 42060 w 3472060"/>
              <a:gd name="connsiteY4" fmla="*/ 824486 h 825932"/>
              <a:gd name="connsiteX5" fmla="*/ 0 w 3472060"/>
              <a:gd name="connsiteY5" fmla="*/ 758452 h 825932"/>
              <a:gd name="connsiteX6" fmla="*/ 188014 w 3472060"/>
              <a:gd name="connsiteY6" fmla="*/ 735602 h 825932"/>
              <a:gd name="connsiteX7" fmla="*/ 284087 w 3472060"/>
              <a:gd name="connsiteY7" fmla="*/ 722590 h 825932"/>
              <a:gd name="connsiteX8" fmla="*/ 382288 w 3472060"/>
              <a:gd name="connsiteY8" fmla="*/ 709392 h 825932"/>
              <a:gd name="connsiteX9" fmla="*/ 481858 w 3472060"/>
              <a:gd name="connsiteY9" fmla="*/ 695774 h 825932"/>
              <a:gd name="connsiteX10" fmla="*/ 581897 w 3472060"/>
              <a:gd name="connsiteY10" fmla="*/ 680711 h 825932"/>
              <a:gd name="connsiteX11" fmla="*/ 683670 w 3472060"/>
              <a:gd name="connsiteY11" fmla="*/ 665256 h 825932"/>
              <a:gd name="connsiteX12" fmla="*/ 787206 w 3472060"/>
              <a:gd name="connsiteY12" fmla="*/ 649587 h 825932"/>
              <a:gd name="connsiteX13" fmla="*/ 892019 w 3472060"/>
              <a:gd name="connsiteY13" fmla="*/ 632968 h 825932"/>
              <a:gd name="connsiteX14" fmla="*/ 997620 w 3472060"/>
              <a:gd name="connsiteY14" fmla="*/ 614667 h 825932"/>
              <a:gd name="connsiteX15" fmla="*/ 1104727 w 3472060"/>
              <a:gd name="connsiteY15" fmla="*/ 596741 h 825932"/>
              <a:gd name="connsiteX16" fmla="*/ 1212669 w 3472060"/>
              <a:gd name="connsiteY16" fmla="*/ 577397 h 825932"/>
              <a:gd name="connsiteX17" fmla="*/ 1321506 w 3472060"/>
              <a:gd name="connsiteY17" fmla="*/ 556988 h 825932"/>
              <a:gd name="connsiteX18" fmla="*/ 1430709 w 3472060"/>
              <a:gd name="connsiteY18" fmla="*/ 536607 h 825932"/>
              <a:gd name="connsiteX19" fmla="*/ 1541050 w 3472060"/>
              <a:gd name="connsiteY19" fmla="*/ 514481 h 825932"/>
              <a:gd name="connsiteX20" fmla="*/ 1652805 w 3472060"/>
              <a:gd name="connsiteY20" fmla="*/ 492202 h 825932"/>
              <a:gd name="connsiteX21" fmla="*/ 1763708 w 3472060"/>
              <a:gd name="connsiteY21" fmla="*/ 469161 h 825932"/>
              <a:gd name="connsiteX22" fmla="*/ 1875795 w 3472060"/>
              <a:gd name="connsiteY22" fmla="*/ 444641 h 825932"/>
              <a:gd name="connsiteX23" fmla="*/ 1989128 w 3472060"/>
              <a:gd name="connsiteY23" fmla="*/ 418995 h 825932"/>
              <a:gd name="connsiteX24" fmla="*/ 2102476 w 3472060"/>
              <a:gd name="connsiteY24" fmla="*/ 393438 h 825932"/>
              <a:gd name="connsiteX25" fmla="*/ 2215549 w 3472060"/>
              <a:gd name="connsiteY25" fmla="*/ 366291 h 825932"/>
              <a:gd name="connsiteX26" fmla="*/ 2330490 w 3472060"/>
              <a:gd name="connsiteY26" fmla="*/ 337455 h 825932"/>
              <a:gd name="connsiteX27" fmla="*/ 2443333 w 3472060"/>
              <a:gd name="connsiteY27" fmla="*/ 308983 h 825932"/>
              <a:gd name="connsiteX28" fmla="*/ 2558014 w 3472060"/>
              <a:gd name="connsiteY28" fmla="*/ 278646 h 825932"/>
              <a:gd name="connsiteX29" fmla="*/ 2673621 w 3472060"/>
              <a:gd name="connsiteY29" fmla="*/ 247421 h 825932"/>
              <a:gd name="connsiteX30" fmla="*/ 2787008 w 3472060"/>
              <a:gd name="connsiteY30" fmla="*/ 215853 h 825932"/>
              <a:gd name="connsiteX31" fmla="*/ 2901442 w 3472060"/>
              <a:gd name="connsiteY31" fmla="*/ 182011 h 825932"/>
              <a:gd name="connsiteX32" fmla="*/ 3015722 w 3472060"/>
              <a:gd name="connsiteY32" fmla="*/ 147286 h 825932"/>
              <a:gd name="connsiteX33" fmla="*/ 3130018 w 3472060"/>
              <a:gd name="connsiteY33" fmla="*/ 112649 h 825932"/>
              <a:gd name="connsiteX34" fmla="*/ 3243551 w 3472060"/>
              <a:gd name="connsiteY34" fmla="*/ 75688 h 825932"/>
              <a:gd name="connsiteX35" fmla="*/ 3356992 w 3472060"/>
              <a:gd name="connsiteY35" fmla="*/ 38197 h 825932"/>
              <a:gd name="connsiteX36" fmla="*/ 3470310 w 3472060"/>
              <a:gd name="connsiteY36" fmla="*/ 0 h 8259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Lst>
            <a:rect l="l" t="t" r="r" b="b"/>
            <a:pathLst>
              <a:path w="3472060" h="825932">
                <a:moveTo>
                  <a:pt x="3470310" y="0"/>
                </a:moveTo>
                <a:lnTo>
                  <a:pt x="3472060" y="12850"/>
                </a:lnTo>
                <a:lnTo>
                  <a:pt x="3472060" y="480529"/>
                </a:lnTo>
                <a:lnTo>
                  <a:pt x="3363699" y="498471"/>
                </a:lnTo>
                <a:cubicBezTo>
                  <a:pt x="2435623" y="645518"/>
                  <a:pt x="603076" y="844866"/>
                  <a:pt x="42060" y="824486"/>
                </a:cubicBezTo>
                <a:cubicBezTo>
                  <a:pt x="28151" y="802425"/>
                  <a:pt x="13909" y="780513"/>
                  <a:pt x="0" y="758452"/>
                </a:cubicBezTo>
                <a:lnTo>
                  <a:pt x="188014" y="735602"/>
                </a:lnTo>
                <a:lnTo>
                  <a:pt x="284087" y="722590"/>
                </a:lnTo>
                <a:lnTo>
                  <a:pt x="382288" y="709392"/>
                </a:lnTo>
                <a:lnTo>
                  <a:pt x="481858" y="695774"/>
                </a:lnTo>
                <a:lnTo>
                  <a:pt x="581897" y="680711"/>
                </a:lnTo>
                <a:lnTo>
                  <a:pt x="683670" y="665256"/>
                </a:lnTo>
                <a:lnTo>
                  <a:pt x="787206" y="649587"/>
                </a:lnTo>
                <a:lnTo>
                  <a:pt x="892019" y="632968"/>
                </a:lnTo>
                <a:lnTo>
                  <a:pt x="997620" y="614667"/>
                </a:lnTo>
                <a:lnTo>
                  <a:pt x="1104727" y="596741"/>
                </a:lnTo>
                <a:lnTo>
                  <a:pt x="1212669" y="577397"/>
                </a:lnTo>
                <a:lnTo>
                  <a:pt x="1321506" y="556988"/>
                </a:lnTo>
                <a:lnTo>
                  <a:pt x="1430709" y="536607"/>
                </a:lnTo>
                <a:lnTo>
                  <a:pt x="1541050" y="514481"/>
                </a:lnTo>
                <a:lnTo>
                  <a:pt x="1652805" y="492202"/>
                </a:lnTo>
                <a:lnTo>
                  <a:pt x="1763708" y="469161"/>
                </a:lnTo>
                <a:lnTo>
                  <a:pt x="1875795" y="444641"/>
                </a:lnTo>
                <a:lnTo>
                  <a:pt x="1989128" y="418995"/>
                </a:lnTo>
                <a:lnTo>
                  <a:pt x="2102476" y="393438"/>
                </a:lnTo>
                <a:lnTo>
                  <a:pt x="2215549" y="366291"/>
                </a:lnTo>
                <a:lnTo>
                  <a:pt x="2330490" y="337455"/>
                </a:lnTo>
                <a:lnTo>
                  <a:pt x="2443333" y="308983"/>
                </a:lnTo>
                <a:lnTo>
                  <a:pt x="2558014" y="278646"/>
                </a:lnTo>
                <a:lnTo>
                  <a:pt x="2673621" y="247421"/>
                </a:lnTo>
                <a:lnTo>
                  <a:pt x="2787008" y="215853"/>
                </a:lnTo>
                <a:lnTo>
                  <a:pt x="2901442" y="182011"/>
                </a:lnTo>
                <a:lnTo>
                  <a:pt x="3015722" y="147286"/>
                </a:lnTo>
                <a:lnTo>
                  <a:pt x="3130018" y="112649"/>
                </a:lnTo>
                <a:lnTo>
                  <a:pt x="3243551" y="75688"/>
                </a:lnTo>
                <a:lnTo>
                  <a:pt x="3356992" y="38197"/>
                </a:lnTo>
                <a:lnTo>
                  <a:pt x="3470310" y="0"/>
                </a:lnTo>
                <a:close/>
              </a:path>
            </a:pathLst>
          </a:custGeom>
          <a:solidFill>
            <a:schemeClr val="bg1">
              <a:alpha val="20000"/>
            </a:schemeClr>
          </a:solidFill>
          <a:ln>
            <a:noFill/>
          </a:ln>
        </p:spPr>
        <p:txBody>
          <a:bodyPr rtlCol="0" anchor="ctr"/>
          <a:lstStyle/>
          <a:p>
            <a:pPr algn="ctr"/>
            <a:endParaRPr lang="en-US">
              <a:solidFill>
                <a:schemeClr val="tx1"/>
              </a:solidFill>
            </a:endParaRPr>
          </a:p>
        </p:txBody>
      </p:sp>
      <p:sp>
        <p:nvSpPr>
          <p:cNvPr id="8" name="Title 1">
            <a:extLst>
              <a:ext uri="{FF2B5EF4-FFF2-40B4-BE49-F238E27FC236}">
                <a16:creationId xmlns:a16="http://schemas.microsoft.com/office/drawing/2014/main" id="{6AB4D905-2EFD-E8CA-0DA9-739B198A22BC}"/>
              </a:ext>
            </a:extLst>
          </p:cNvPr>
          <p:cNvSpPr>
            <a:spLocks noGrp="1"/>
          </p:cNvSpPr>
          <p:nvPr>
            <p:ph type="title"/>
          </p:nvPr>
        </p:nvSpPr>
        <p:spPr>
          <a:xfrm>
            <a:off x="648930" y="629267"/>
            <a:ext cx="9252154" cy="1016654"/>
          </a:xfrm>
        </p:spPr>
        <p:txBody>
          <a:bodyPr vert="horz" lIns="91440" tIns="45720" rIns="91440" bIns="45720" rtlCol="0" anchor="t">
            <a:normAutofit/>
          </a:bodyPr>
          <a:lstStyle/>
          <a:p>
            <a:pPr>
              <a:lnSpc>
                <a:spcPct val="90000"/>
              </a:lnSpc>
            </a:pPr>
            <a:r>
              <a:rPr lang="en-US" sz="3300" b="0" i="0" kern="1200">
                <a:solidFill>
                  <a:srgbClr val="EBEBEB"/>
                </a:solidFill>
                <a:latin typeface="+mj-lt"/>
                <a:ea typeface="+mj-ea"/>
                <a:cs typeface="+mj-cs"/>
              </a:rPr>
              <a:t>Exploratory Data Analysis</a:t>
            </a:r>
            <a:br>
              <a:rPr lang="en-US" sz="3300" b="0" i="0" kern="1200">
                <a:solidFill>
                  <a:srgbClr val="EBEBEB"/>
                </a:solidFill>
                <a:latin typeface="+mj-lt"/>
                <a:ea typeface="+mj-ea"/>
                <a:cs typeface="+mj-cs"/>
              </a:rPr>
            </a:br>
            <a:endParaRPr lang="en-US" sz="3300" b="0" i="0" kern="1200">
              <a:solidFill>
                <a:srgbClr val="EBEBEB"/>
              </a:solidFill>
              <a:latin typeface="+mj-lt"/>
              <a:ea typeface="+mj-ea"/>
              <a:cs typeface="+mj-cs"/>
            </a:endParaRPr>
          </a:p>
        </p:txBody>
      </p:sp>
      <p:sp useBgFill="1">
        <p:nvSpPr>
          <p:cNvPr id="45" name="Freeform: Shape 44">
            <a:extLst>
              <a:ext uri="{FF2B5EF4-FFF2-40B4-BE49-F238E27FC236}">
                <a16:creationId xmlns:a16="http://schemas.microsoft.com/office/drawing/2014/main" id="{DAA4FEEE-0B5F-41BF-825D-60F9FB08956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gray">
          <a:xfrm>
            <a:off x="1" y="1762067"/>
            <a:ext cx="12192417" cy="5095933"/>
          </a:xfrm>
          <a:custGeom>
            <a:avLst/>
            <a:gdLst>
              <a:gd name="connsiteX0" fmla="*/ 0 w 12192417"/>
              <a:gd name="connsiteY0" fmla="*/ 0 h 5095933"/>
              <a:gd name="connsiteX1" fmla="*/ 71931 w 12192417"/>
              <a:gd name="connsiteY1" fmla="*/ 12261 h 5095933"/>
              <a:gd name="connsiteX2" fmla="*/ 282848 w 12192417"/>
              <a:gd name="connsiteY2" fmla="*/ 48343 h 5095933"/>
              <a:gd name="connsiteX3" fmla="*/ 436463 w 12192417"/>
              <a:gd name="connsiteY3" fmla="*/ 73565 h 5095933"/>
              <a:gd name="connsiteX4" fmla="*/ 619338 w 12192417"/>
              <a:gd name="connsiteY4" fmla="*/ 100188 h 5095933"/>
              <a:gd name="connsiteX5" fmla="*/ 836350 w 12192417"/>
              <a:gd name="connsiteY5" fmla="*/ 132066 h 5095933"/>
              <a:gd name="connsiteX6" fmla="*/ 1076527 w 12192417"/>
              <a:gd name="connsiteY6" fmla="*/ 165696 h 5095933"/>
              <a:gd name="connsiteX7" fmla="*/ 1347183 w 12192417"/>
              <a:gd name="connsiteY7" fmla="*/ 201077 h 5095933"/>
              <a:gd name="connsiteX8" fmla="*/ 1642222 w 12192417"/>
              <a:gd name="connsiteY8" fmla="*/ 238560 h 5095933"/>
              <a:gd name="connsiteX9" fmla="*/ 1962863 w 12192417"/>
              <a:gd name="connsiteY9" fmla="*/ 276043 h 5095933"/>
              <a:gd name="connsiteX10" fmla="*/ 2304231 w 12192417"/>
              <a:gd name="connsiteY10" fmla="*/ 314227 h 5095933"/>
              <a:gd name="connsiteX11" fmla="*/ 2672420 w 12192417"/>
              <a:gd name="connsiteY11" fmla="*/ 349608 h 5095933"/>
              <a:gd name="connsiteX12" fmla="*/ 3057677 w 12192417"/>
              <a:gd name="connsiteY12" fmla="*/ 383588 h 5095933"/>
              <a:gd name="connsiteX13" fmla="*/ 3464880 w 12192417"/>
              <a:gd name="connsiteY13" fmla="*/ 414415 h 5095933"/>
              <a:gd name="connsiteX14" fmla="*/ 3889151 w 12192417"/>
              <a:gd name="connsiteY14" fmla="*/ 443841 h 5095933"/>
              <a:gd name="connsiteX15" fmla="*/ 4331709 w 12192417"/>
              <a:gd name="connsiteY15" fmla="*/ 471515 h 5095933"/>
              <a:gd name="connsiteX16" fmla="*/ 4558475 w 12192417"/>
              <a:gd name="connsiteY16" fmla="*/ 481324 h 5095933"/>
              <a:gd name="connsiteX17" fmla="*/ 4790117 w 12192417"/>
              <a:gd name="connsiteY17" fmla="*/ 492183 h 5095933"/>
              <a:gd name="connsiteX18" fmla="*/ 5025417 w 12192417"/>
              <a:gd name="connsiteY18" fmla="*/ 502342 h 5095933"/>
              <a:gd name="connsiteX19" fmla="*/ 5261936 w 12192417"/>
              <a:gd name="connsiteY19" fmla="*/ 508998 h 5095933"/>
              <a:gd name="connsiteX20" fmla="*/ 5503331 w 12192417"/>
              <a:gd name="connsiteY20" fmla="*/ 514953 h 5095933"/>
              <a:gd name="connsiteX21" fmla="*/ 5747166 w 12192417"/>
              <a:gd name="connsiteY21" fmla="*/ 521259 h 5095933"/>
              <a:gd name="connsiteX22" fmla="*/ 5995876 w 12192417"/>
              <a:gd name="connsiteY22" fmla="*/ 525463 h 5095933"/>
              <a:gd name="connsiteX23" fmla="*/ 6247025 w 12192417"/>
              <a:gd name="connsiteY23" fmla="*/ 525463 h 5095933"/>
              <a:gd name="connsiteX24" fmla="*/ 6500612 w 12192417"/>
              <a:gd name="connsiteY24" fmla="*/ 527565 h 5095933"/>
              <a:gd name="connsiteX25" fmla="*/ 6756638 w 12192417"/>
              <a:gd name="connsiteY25" fmla="*/ 525463 h 5095933"/>
              <a:gd name="connsiteX26" fmla="*/ 7016321 w 12192417"/>
              <a:gd name="connsiteY26" fmla="*/ 521259 h 5095933"/>
              <a:gd name="connsiteX27" fmla="*/ 7276004 w 12192417"/>
              <a:gd name="connsiteY27" fmla="*/ 517406 h 5095933"/>
              <a:gd name="connsiteX28" fmla="*/ 7539344 w 12192417"/>
              <a:gd name="connsiteY28" fmla="*/ 508998 h 5095933"/>
              <a:gd name="connsiteX29" fmla="*/ 7805123 w 12192417"/>
              <a:gd name="connsiteY29" fmla="*/ 500241 h 5095933"/>
              <a:gd name="connsiteX30" fmla="*/ 8070902 w 12192417"/>
              <a:gd name="connsiteY30" fmla="*/ 490082 h 5095933"/>
              <a:gd name="connsiteX31" fmla="*/ 8339120 w 12192417"/>
              <a:gd name="connsiteY31" fmla="*/ 475719 h 5095933"/>
              <a:gd name="connsiteX32" fmla="*/ 8609775 w 12192417"/>
              <a:gd name="connsiteY32" fmla="*/ 458554 h 5095933"/>
              <a:gd name="connsiteX33" fmla="*/ 8881650 w 12192417"/>
              <a:gd name="connsiteY33" fmla="*/ 442089 h 5095933"/>
              <a:gd name="connsiteX34" fmla="*/ 9153525 w 12192417"/>
              <a:gd name="connsiteY34" fmla="*/ 421071 h 5095933"/>
              <a:gd name="connsiteX35" fmla="*/ 9429057 w 12192417"/>
              <a:gd name="connsiteY35" fmla="*/ 395849 h 5095933"/>
              <a:gd name="connsiteX36" fmla="*/ 9700932 w 12192417"/>
              <a:gd name="connsiteY36" fmla="*/ 370626 h 5095933"/>
              <a:gd name="connsiteX37" fmla="*/ 9977683 w 12192417"/>
              <a:gd name="connsiteY37" fmla="*/ 341551 h 5095933"/>
              <a:gd name="connsiteX38" fmla="*/ 10255654 w 12192417"/>
              <a:gd name="connsiteY38" fmla="*/ 309673 h 5095933"/>
              <a:gd name="connsiteX39" fmla="*/ 10529967 w 12192417"/>
              <a:gd name="connsiteY39" fmla="*/ 276043 h 5095933"/>
              <a:gd name="connsiteX40" fmla="*/ 10807938 w 12192417"/>
              <a:gd name="connsiteY40" fmla="*/ 236809 h 5095933"/>
              <a:gd name="connsiteX41" fmla="*/ 11084689 w 12192417"/>
              <a:gd name="connsiteY41" fmla="*/ 194772 h 5095933"/>
              <a:gd name="connsiteX42" fmla="*/ 11362660 w 12192417"/>
              <a:gd name="connsiteY42" fmla="*/ 153085 h 5095933"/>
              <a:gd name="connsiteX43" fmla="*/ 11639411 w 12192417"/>
              <a:gd name="connsiteY43" fmla="*/ 104392 h 5095933"/>
              <a:gd name="connsiteX44" fmla="*/ 11914944 w 12192417"/>
              <a:gd name="connsiteY44" fmla="*/ 54648 h 5095933"/>
              <a:gd name="connsiteX45" fmla="*/ 12191695 w 12192417"/>
              <a:gd name="connsiteY45" fmla="*/ 2452 h 5095933"/>
              <a:gd name="connsiteX46" fmla="*/ 12191695 w 12192417"/>
              <a:gd name="connsiteY46" fmla="*/ 2162231 h 5095933"/>
              <a:gd name="connsiteX47" fmla="*/ 12192417 w 12192417"/>
              <a:gd name="connsiteY47" fmla="*/ 2162231 h 5095933"/>
              <a:gd name="connsiteX48" fmla="*/ 12192417 w 12192417"/>
              <a:gd name="connsiteY48" fmla="*/ 5095933 h 5095933"/>
              <a:gd name="connsiteX49" fmla="*/ 0 w 12192417"/>
              <a:gd name="connsiteY49" fmla="*/ 5095933 h 5095933"/>
              <a:gd name="connsiteX50" fmla="*/ 0 w 12192417"/>
              <a:gd name="connsiteY50" fmla="*/ 2791958 h 5095933"/>
              <a:gd name="connsiteX51" fmla="*/ 0 w 12192417"/>
              <a:gd name="connsiteY51" fmla="*/ 2162231 h 50959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Lst>
            <a:rect l="l" t="t" r="r" b="b"/>
            <a:pathLst>
              <a:path w="12192417" h="5095933">
                <a:moveTo>
                  <a:pt x="0" y="0"/>
                </a:moveTo>
                <a:lnTo>
                  <a:pt x="71931" y="12261"/>
                </a:lnTo>
                <a:lnTo>
                  <a:pt x="282848" y="48343"/>
                </a:lnTo>
                <a:lnTo>
                  <a:pt x="436463" y="73565"/>
                </a:lnTo>
                <a:lnTo>
                  <a:pt x="619338" y="100188"/>
                </a:lnTo>
                <a:lnTo>
                  <a:pt x="836350" y="132066"/>
                </a:lnTo>
                <a:lnTo>
                  <a:pt x="1076527" y="165696"/>
                </a:lnTo>
                <a:lnTo>
                  <a:pt x="1347183" y="201077"/>
                </a:lnTo>
                <a:lnTo>
                  <a:pt x="1642222" y="238560"/>
                </a:lnTo>
                <a:lnTo>
                  <a:pt x="1962863" y="276043"/>
                </a:lnTo>
                <a:lnTo>
                  <a:pt x="2304231" y="314227"/>
                </a:lnTo>
                <a:lnTo>
                  <a:pt x="2672420" y="349608"/>
                </a:lnTo>
                <a:lnTo>
                  <a:pt x="3057677" y="383588"/>
                </a:lnTo>
                <a:lnTo>
                  <a:pt x="3464880" y="414415"/>
                </a:lnTo>
                <a:lnTo>
                  <a:pt x="3889151" y="443841"/>
                </a:lnTo>
                <a:lnTo>
                  <a:pt x="4331709" y="471515"/>
                </a:lnTo>
                <a:lnTo>
                  <a:pt x="4558475" y="481324"/>
                </a:lnTo>
                <a:lnTo>
                  <a:pt x="4790117" y="492183"/>
                </a:lnTo>
                <a:lnTo>
                  <a:pt x="5025417" y="502342"/>
                </a:lnTo>
                <a:lnTo>
                  <a:pt x="5261936" y="508998"/>
                </a:lnTo>
                <a:lnTo>
                  <a:pt x="5503331" y="514953"/>
                </a:lnTo>
                <a:lnTo>
                  <a:pt x="5747166" y="521259"/>
                </a:lnTo>
                <a:lnTo>
                  <a:pt x="5995876" y="525463"/>
                </a:lnTo>
                <a:lnTo>
                  <a:pt x="6247025" y="525463"/>
                </a:lnTo>
                <a:lnTo>
                  <a:pt x="6500612" y="527565"/>
                </a:lnTo>
                <a:lnTo>
                  <a:pt x="6756638" y="525463"/>
                </a:lnTo>
                <a:lnTo>
                  <a:pt x="7016321" y="521259"/>
                </a:lnTo>
                <a:lnTo>
                  <a:pt x="7276004" y="517406"/>
                </a:lnTo>
                <a:lnTo>
                  <a:pt x="7539344" y="508998"/>
                </a:lnTo>
                <a:lnTo>
                  <a:pt x="7805123" y="500241"/>
                </a:lnTo>
                <a:lnTo>
                  <a:pt x="8070902" y="490082"/>
                </a:lnTo>
                <a:lnTo>
                  <a:pt x="8339120" y="475719"/>
                </a:lnTo>
                <a:lnTo>
                  <a:pt x="8609775" y="458554"/>
                </a:lnTo>
                <a:lnTo>
                  <a:pt x="8881650" y="442089"/>
                </a:lnTo>
                <a:lnTo>
                  <a:pt x="9153525" y="421071"/>
                </a:lnTo>
                <a:lnTo>
                  <a:pt x="9429057" y="395849"/>
                </a:lnTo>
                <a:lnTo>
                  <a:pt x="9700932" y="370626"/>
                </a:lnTo>
                <a:lnTo>
                  <a:pt x="9977683" y="341551"/>
                </a:lnTo>
                <a:lnTo>
                  <a:pt x="10255654" y="309673"/>
                </a:lnTo>
                <a:lnTo>
                  <a:pt x="10529967" y="276043"/>
                </a:lnTo>
                <a:lnTo>
                  <a:pt x="10807938" y="236809"/>
                </a:lnTo>
                <a:lnTo>
                  <a:pt x="11084689" y="194772"/>
                </a:lnTo>
                <a:lnTo>
                  <a:pt x="11362660" y="153085"/>
                </a:lnTo>
                <a:lnTo>
                  <a:pt x="11639411" y="104392"/>
                </a:lnTo>
                <a:lnTo>
                  <a:pt x="11914944" y="54648"/>
                </a:lnTo>
                <a:lnTo>
                  <a:pt x="12191695" y="2452"/>
                </a:lnTo>
                <a:lnTo>
                  <a:pt x="12191695" y="2162231"/>
                </a:lnTo>
                <a:lnTo>
                  <a:pt x="12192417" y="2162231"/>
                </a:lnTo>
                <a:lnTo>
                  <a:pt x="12192417" y="5095933"/>
                </a:lnTo>
                <a:lnTo>
                  <a:pt x="0" y="5095933"/>
                </a:lnTo>
                <a:lnTo>
                  <a:pt x="0" y="2791958"/>
                </a:lnTo>
                <a:lnTo>
                  <a:pt x="0" y="2162231"/>
                </a:lnTo>
                <a:close/>
              </a:path>
            </a:pathLst>
          </a:custGeom>
          <a:ln>
            <a:noFill/>
          </a:ln>
        </p:spPr>
        <p:txBody>
          <a:bodyPr/>
          <a:lstStyle/>
          <a:p>
            <a:endParaRPr lang="en-GB"/>
          </a:p>
        </p:txBody>
      </p:sp>
      <p:sp>
        <p:nvSpPr>
          <p:cNvPr id="5" name="TextBox 4">
            <a:extLst>
              <a:ext uri="{FF2B5EF4-FFF2-40B4-BE49-F238E27FC236}">
                <a16:creationId xmlns:a16="http://schemas.microsoft.com/office/drawing/2014/main" id="{A5E749C5-974F-D4BC-C38B-E5CBF71594FF}"/>
              </a:ext>
            </a:extLst>
          </p:cNvPr>
          <p:cNvSpPr txBox="1"/>
          <p:nvPr/>
        </p:nvSpPr>
        <p:spPr>
          <a:xfrm>
            <a:off x="85326" y="2847833"/>
            <a:ext cx="5122606" cy="3658689"/>
          </a:xfrm>
          <a:prstGeom prst="rect">
            <a:avLst/>
          </a:prstGeom>
        </p:spPr>
        <p:txBody>
          <a:bodyPr vert="horz" lIns="91440" tIns="45720" rIns="91440" bIns="45720" rtlCol="0">
            <a:normAutofit/>
          </a:bodyPr>
          <a:lstStyle/>
          <a:p>
            <a:pPr marL="342900" lvl="0" indent="-342900">
              <a:lnSpc>
                <a:spcPct val="90000"/>
              </a:lnSpc>
              <a:spcBef>
                <a:spcPts val="1000"/>
              </a:spcBef>
              <a:buClr>
                <a:schemeClr val="bg2">
                  <a:lumMod val="40000"/>
                  <a:lumOff val="60000"/>
                </a:schemeClr>
              </a:buClr>
              <a:buSzPct val="80000"/>
              <a:buFont typeface="Wingdings 3" charset="2"/>
              <a:buChar char=""/>
            </a:pPr>
            <a:r>
              <a:rPr lang="en-US" sz="1400" dirty="0">
                <a:latin typeface="+mj-lt"/>
                <a:ea typeface="+mj-ea"/>
                <a:cs typeface="+mj-cs"/>
              </a:rPr>
              <a:t>Carrier matters a lot: Some airlines (like AA) cancel flights much more often than others (like HA and G4), suggesting airline-specific operations or scheduling practices play a big role.</a:t>
            </a:r>
          </a:p>
          <a:p>
            <a:pPr marL="342900" lvl="0" indent="-342900">
              <a:lnSpc>
                <a:spcPct val="90000"/>
              </a:lnSpc>
              <a:spcBef>
                <a:spcPts val="1000"/>
              </a:spcBef>
              <a:buClr>
                <a:schemeClr val="bg2">
                  <a:lumMod val="40000"/>
                  <a:lumOff val="60000"/>
                </a:schemeClr>
              </a:buClr>
              <a:buSzPct val="80000"/>
              <a:buFont typeface="Wingdings 3" charset="2"/>
              <a:buChar char=""/>
            </a:pPr>
            <a:r>
              <a:rPr lang="en-US" sz="1400" dirty="0">
                <a:latin typeface="+mj-lt"/>
                <a:ea typeface="+mj-ea"/>
                <a:cs typeface="+mj-cs"/>
              </a:rPr>
              <a:t>Time of day matters: Cancellations are lowest in the early morning and climb steadily through the day, peaking in the evening.</a:t>
            </a:r>
          </a:p>
          <a:p>
            <a:pPr marL="342900" lvl="0" indent="-342900">
              <a:lnSpc>
                <a:spcPct val="90000"/>
              </a:lnSpc>
              <a:spcBef>
                <a:spcPts val="1000"/>
              </a:spcBef>
              <a:buClr>
                <a:schemeClr val="bg2">
                  <a:lumMod val="40000"/>
                  <a:lumOff val="60000"/>
                </a:schemeClr>
              </a:buClr>
              <a:buSzPct val="80000"/>
              <a:buFont typeface="Wingdings 3" charset="2"/>
              <a:buChar char=""/>
            </a:pPr>
            <a:r>
              <a:rPr lang="en-US" sz="1400" dirty="0">
                <a:latin typeface="+mj-lt"/>
                <a:ea typeface="+mj-ea"/>
                <a:cs typeface="+mj-cs"/>
              </a:rPr>
              <a:t>Weather is the biggest driver: Cancellation rates rise sharply as precipitation increases</a:t>
            </a:r>
          </a:p>
          <a:p>
            <a:pPr marL="342900" lvl="0" indent="-342900">
              <a:lnSpc>
                <a:spcPct val="90000"/>
              </a:lnSpc>
              <a:spcBef>
                <a:spcPts val="1000"/>
              </a:spcBef>
              <a:buClr>
                <a:schemeClr val="bg2">
                  <a:lumMod val="40000"/>
                  <a:lumOff val="60000"/>
                </a:schemeClr>
              </a:buClr>
              <a:buSzPct val="80000"/>
              <a:buFont typeface="Wingdings 3" charset="2"/>
              <a:buChar char=""/>
            </a:pPr>
            <a:r>
              <a:rPr lang="en-US" sz="1400" dirty="0">
                <a:latin typeface="+mj-lt"/>
                <a:ea typeface="+mj-ea"/>
                <a:cs typeface="+mj-cs"/>
              </a:rPr>
              <a:t>Small airports look riskier: The airports with the highest cancellation rates tend to be small</a:t>
            </a:r>
          </a:p>
        </p:txBody>
      </p:sp>
      <p:pic>
        <p:nvPicPr>
          <p:cNvPr id="7" name="Picture 6">
            <a:extLst>
              <a:ext uri="{FF2B5EF4-FFF2-40B4-BE49-F238E27FC236}">
                <a16:creationId xmlns:a16="http://schemas.microsoft.com/office/drawing/2014/main" id="{21290E3C-8C77-10DB-AB15-C6EBD3FC8FF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618838" y="2726946"/>
            <a:ext cx="6030811" cy="3166174"/>
          </a:xfrm>
          <a:prstGeom prst="rect">
            <a:avLst/>
          </a:prstGeom>
          <a:effectLst/>
        </p:spPr>
      </p:pic>
    </p:spTree>
    <p:extLst>
      <p:ext uri="{BB962C8B-B14F-4D97-AF65-F5344CB8AC3E}">
        <p14:creationId xmlns:p14="http://schemas.microsoft.com/office/powerpoint/2010/main" val="1414681739"/>
      </p:ext>
    </p:extLst>
  </p:cSld>
  <p:clrMapOvr>
    <a:overrideClrMapping bg1="lt1" tx1="dk1" bg2="lt2" tx2="dk2" accent1="accent1" accent2="accent2" accent3="accent3" accent4="accent4" accent5="accent5" accent6="accent6" hlink="hlink" folHlink="folHlink"/>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3" name="Rectangle 22">
            <a:extLst>
              <a:ext uri="{FF2B5EF4-FFF2-40B4-BE49-F238E27FC236}">
                <a16:creationId xmlns:a16="http://schemas.microsoft.com/office/drawing/2014/main" id="{EE4E366E-272A-409E-840F-9A6A64A9E3F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003">
            <a:schemeClr val="dk2"/>
          </a:fillRef>
          <a:effectRef idx="0">
            <a:schemeClr val="accent1"/>
          </a:effectRef>
          <a:fontRef idx="minor">
            <a:schemeClr val="lt1"/>
          </a:fontRef>
        </p:style>
        <p:txBody>
          <a:bodyPr rtlCol="0" anchor="ctr"/>
          <a:lstStyle/>
          <a:p>
            <a:pPr algn="ctr"/>
            <a:endParaRPr lang="en-US"/>
          </a:p>
        </p:txBody>
      </p:sp>
      <p:sp>
        <p:nvSpPr>
          <p:cNvPr id="25" name="Rectangle 24">
            <a:extLst>
              <a:ext uri="{FF2B5EF4-FFF2-40B4-BE49-F238E27FC236}">
                <a16:creationId xmlns:a16="http://schemas.microsoft.com/office/drawing/2014/main" id="{A721560C-E4AB-4287-A29C-3F6916794CB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442448"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a:lstStyle/>
          <a:p>
            <a:endParaRPr lang="en-GB"/>
          </a:p>
        </p:txBody>
      </p:sp>
      <p:sp>
        <p:nvSpPr>
          <p:cNvPr id="27" name="Freeform 7">
            <a:extLst>
              <a:ext uri="{FF2B5EF4-FFF2-40B4-BE49-F238E27FC236}">
                <a16:creationId xmlns:a16="http://schemas.microsoft.com/office/drawing/2014/main" id="{DF6CFF07-D953-4F9C-9A0E-E0A6AACB615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719939" y="1460230"/>
            <a:ext cx="3472060" cy="825932"/>
          </a:xfrm>
          <a:custGeom>
            <a:avLst/>
            <a:gdLst>
              <a:gd name="connsiteX0" fmla="*/ 3470310 w 3472060"/>
              <a:gd name="connsiteY0" fmla="*/ 0 h 825932"/>
              <a:gd name="connsiteX1" fmla="*/ 3472060 w 3472060"/>
              <a:gd name="connsiteY1" fmla="*/ 12850 h 825932"/>
              <a:gd name="connsiteX2" fmla="*/ 3472060 w 3472060"/>
              <a:gd name="connsiteY2" fmla="*/ 480529 h 825932"/>
              <a:gd name="connsiteX3" fmla="*/ 3363699 w 3472060"/>
              <a:gd name="connsiteY3" fmla="*/ 498471 h 825932"/>
              <a:gd name="connsiteX4" fmla="*/ 42060 w 3472060"/>
              <a:gd name="connsiteY4" fmla="*/ 824486 h 825932"/>
              <a:gd name="connsiteX5" fmla="*/ 0 w 3472060"/>
              <a:gd name="connsiteY5" fmla="*/ 758452 h 825932"/>
              <a:gd name="connsiteX6" fmla="*/ 188014 w 3472060"/>
              <a:gd name="connsiteY6" fmla="*/ 735602 h 825932"/>
              <a:gd name="connsiteX7" fmla="*/ 284087 w 3472060"/>
              <a:gd name="connsiteY7" fmla="*/ 722590 h 825932"/>
              <a:gd name="connsiteX8" fmla="*/ 382288 w 3472060"/>
              <a:gd name="connsiteY8" fmla="*/ 709392 h 825932"/>
              <a:gd name="connsiteX9" fmla="*/ 481858 w 3472060"/>
              <a:gd name="connsiteY9" fmla="*/ 695774 h 825932"/>
              <a:gd name="connsiteX10" fmla="*/ 581897 w 3472060"/>
              <a:gd name="connsiteY10" fmla="*/ 680711 h 825932"/>
              <a:gd name="connsiteX11" fmla="*/ 683670 w 3472060"/>
              <a:gd name="connsiteY11" fmla="*/ 665256 h 825932"/>
              <a:gd name="connsiteX12" fmla="*/ 787206 w 3472060"/>
              <a:gd name="connsiteY12" fmla="*/ 649587 h 825932"/>
              <a:gd name="connsiteX13" fmla="*/ 892019 w 3472060"/>
              <a:gd name="connsiteY13" fmla="*/ 632968 h 825932"/>
              <a:gd name="connsiteX14" fmla="*/ 997620 w 3472060"/>
              <a:gd name="connsiteY14" fmla="*/ 614667 h 825932"/>
              <a:gd name="connsiteX15" fmla="*/ 1104727 w 3472060"/>
              <a:gd name="connsiteY15" fmla="*/ 596741 h 825932"/>
              <a:gd name="connsiteX16" fmla="*/ 1212669 w 3472060"/>
              <a:gd name="connsiteY16" fmla="*/ 577397 h 825932"/>
              <a:gd name="connsiteX17" fmla="*/ 1321506 w 3472060"/>
              <a:gd name="connsiteY17" fmla="*/ 556988 h 825932"/>
              <a:gd name="connsiteX18" fmla="*/ 1430709 w 3472060"/>
              <a:gd name="connsiteY18" fmla="*/ 536607 h 825932"/>
              <a:gd name="connsiteX19" fmla="*/ 1541050 w 3472060"/>
              <a:gd name="connsiteY19" fmla="*/ 514481 h 825932"/>
              <a:gd name="connsiteX20" fmla="*/ 1652805 w 3472060"/>
              <a:gd name="connsiteY20" fmla="*/ 492202 h 825932"/>
              <a:gd name="connsiteX21" fmla="*/ 1763708 w 3472060"/>
              <a:gd name="connsiteY21" fmla="*/ 469161 h 825932"/>
              <a:gd name="connsiteX22" fmla="*/ 1875795 w 3472060"/>
              <a:gd name="connsiteY22" fmla="*/ 444641 h 825932"/>
              <a:gd name="connsiteX23" fmla="*/ 1989128 w 3472060"/>
              <a:gd name="connsiteY23" fmla="*/ 418995 h 825932"/>
              <a:gd name="connsiteX24" fmla="*/ 2102476 w 3472060"/>
              <a:gd name="connsiteY24" fmla="*/ 393438 h 825932"/>
              <a:gd name="connsiteX25" fmla="*/ 2215549 w 3472060"/>
              <a:gd name="connsiteY25" fmla="*/ 366291 h 825932"/>
              <a:gd name="connsiteX26" fmla="*/ 2330490 w 3472060"/>
              <a:gd name="connsiteY26" fmla="*/ 337455 h 825932"/>
              <a:gd name="connsiteX27" fmla="*/ 2443333 w 3472060"/>
              <a:gd name="connsiteY27" fmla="*/ 308983 h 825932"/>
              <a:gd name="connsiteX28" fmla="*/ 2558014 w 3472060"/>
              <a:gd name="connsiteY28" fmla="*/ 278646 h 825932"/>
              <a:gd name="connsiteX29" fmla="*/ 2673621 w 3472060"/>
              <a:gd name="connsiteY29" fmla="*/ 247421 h 825932"/>
              <a:gd name="connsiteX30" fmla="*/ 2787008 w 3472060"/>
              <a:gd name="connsiteY30" fmla="*/ 215853 h 825932"/>
              <a:gd name="connsiteX31" fmla="*/ 2901442 w 3472060"/>
              <a:gd name="connsiteY31" fmla="*/ 182011 h 825932"/>
              <a:gd name="connsiteX32" fmla="*/ 3015722 w 3472060"/>
              <a:gd name="connsiteY32" fmla="*/ 147286 h 825932"/>
              <a:gd name="connsiteX33" fmla="*/ 3130018 w 3472060"/>
              <a:gd name="connsiteY33" fmla="*/ 112649 h 825932"/>
              <a:gd name="connsiteX34" fmla="*/ 3243551 w 3472060"/>
              <a:gd name="connsiteY34" fmla="*/ 75688 h 825932"/>
              <a:gd name="connsiteX35" fmla="*/ 3356992 w 3472060"/>
              <a:gd name="connsiteY35" fmla="*/ 38197 h 825932"/>
              <a:gd name="connsiteX36" fmla="*/ 3470310 w 3472060"/>
              <a:gd name="connsiteY36" fmla="*/ 0 h 8259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Lst>
            <a:rect l="l" t="t" r="r" b="b"/>
            <a:pathLst>
              <a:path w="3472060" h="825932">
                <a:moveTo>
                  <a:pt x="3470310" y="0"/>
                </a:moveTo>
                <a:lnTo>
                  <a:pt x="3472060" y="12850"/>
                </a:lnTo>
                <a:lnTo>
                  <a:pt x="3472060" y="480529"/>
                </a:lnTo>
                <a:lnTo>
                  <a:pt x="3363699" y="498471"/>
                </a:lnTo>
                <a:cubicBezTo>
                  <a:pt x="2435623" y="645518"/>
                  <a:pt x="603076" y="844866"/>
                  <a:pt x="42060" y="824486"/>
                </a:cubicBezTo>
                <a:cubicBezTo>
                  <a:pt x="28151" y="802425"/>
                  <a:pt x="13909" y="780513"/>
                  <a:pt x="0" y="758452"/>
                </a:cubicBezTo>
                <a:lnTo>
                  <a:pt x="188014" y="735602"/>
                </a:lnTo>
                <a:lnTo>
                  <a:pt x="284087" y="722590"/>
                </a:lnTo>
                <a:lnTo>
                  <a:pt x="382288" y="709392"/>
                </a:lnTo>
                <a:lnTo>
                  <a:pt x="481858" y="695774"/>
                </a:lnTo>
                <a:lnTo>
                  <a:pt x="581897" y="680711"/>
                </a:lnTo>
                <a:lnTo>
                  <a:pt x="683670" y="665256"/>
                </a:lnTo>
                <a:lnTo>
                  <a:pt x="787206" y="649587"/>
                </a:lnTo>
                <a:lnTo>
                  <a:pt x="892019" y="632968"/>
                </a:lnTo>
                <a:lnTo>
                  <a:pt x="997620" y="614667"/>
                </a:lnTo>
                <a:lnTo>
                  <a:pt x="1104727" y="596741"/>
                </a:lnTo>
                <a:lnTo>
                  <a:pt x="1212669" y="577397"/>
                </a:lnTo>
                <a:lnTo>
                  <a:pt x="1321506" y="556988"/>
                </a:lnTo>
                <a:lnTo>
                  <a:pt x="1430709" y="536607"/>
                </a:lnTo>
                <a:lnTo>
                  <a:pt x="1541050" y="514481"/>
                </a:lnTo>
                <a:lnTo>
                  <a:pt x="1652805" y="492202"/>
                </a:lnTo>
                <a:lnTo>
                  <a:pt x="1763708" y="469161"/>
                </a:lnTo>
                <a:lnTo>
                  <a:pt x="1875795" y="444641"/>
                </a:lnTo>
                <a:lnTo>
                  <a:pt x="1989128" y="418995"/>
                </a:lnTo>
                <a:lnTo>
                  <a:pt x="2102476" y="393438"/>
                </a:lnTo>
                <a:lnTo>
                  <a:pt x="2215549" y="366291"/>
                </a:lnTo>
                <a:lnTo>
                  <a:pt x="2330490" y="337455"/>
                </a:lnTo>
                <a:lnTo>
                  <a:pt x="2443333" y="308983"/>
                </a:lnTo>
                <a:lnTo>
                  <a:pt x="2558014" y="278646"/>
                </a:lnTo>
                <a:lnTo>
                  <a:pt x="2673621" y="247421"/>
                </a:lnTo>
                <a:lnTo>
                  <a:pt x="2787008" y="215853"/>
                </a:lnTo>
                <a:lnTo>
                  <a:pt x="2901442" y="182011"/>
                </a:lnTo>
                <a:lnTo>
                  <a:pt x="3015722" y="147286"/>
                </a:lnTo>
                <a:lnTo>
                  <a:pt x="3130018" y="112649"/>
                </a:lnTo>
                <a:lnTo>
                  <a:pt x="3243551" y="75688"/>
                </a:lnTo>
                <a:lnTo>
                  <a:pt x="3356992" y="38197"/>
                </a:lnTo>
                <a:lnTo>
                  <a:pt x="3470310" y="0"/>
                </a:lnTo>
                <a:close/>
              </a:path>
            </a:pathLst>
          </a:custGeom>
          <a:solidFill>
            <a:schemeClr val="bg1">
              <a:alpha val="20000"/>
            </a:schemeClr>
          </a:solidFill>
          <a:ln>
            <a:noFill/>
          </a:ln>
        </p:spPr>
        <p:txBody>
          <a:bodyPr rtlCol="0" anchor="ctr"/>
          <a:lstStyle/>
          <a:p>
            <a:pPr algn="ctr"/>
            <a:endParaRPr lang="en-US">
              <a:solidFill>
                <a:schemeClr val="tx1"/>
              </a:solidFill>
            </a:endParaRPr>
          </a:p>
        </p:txBody>
      </p:sp>
      <p:sp>
        <p:nvSpPr>
          <p:cNvPr id="8" name="Title 1">
            <a:extLst>
              <a:ext uri="{FF2B5EF4-FFF2-40B4-BE49-F238E27FC236}">
                <a16:creationId xmlns:a16="http://schemas.microsoft.com/office/drawing/2014/main" id="{561841AB-D6A5-361A-B067-469AF43FAF54}"/>
              </a:ext>
            </a:extLst>
          </p:cNvPr>
          <p:cNvSpPr>
            <a:spLocks noGrp="1"/>
          </p:cNvSpPr>
          <p:nvPr>
            <p:ph type="title"/>
          </p:nvPr>
        </p:nvSpPr>
        <p:spPr>
          <a:xfrm>
            <a:off x="648930" y="629267"/>
            <a:ext cx="9252154" cy="1016654"/>
          </a:xfrm>
        </p:spPr>
        <p:txBody>
          <a:bodyPr vert="horz" lIns="91440" tIns="45720" rIns="91440" bIns="45720" rtlCol="0" anchor="t">
            <a:normAutofit/>
          </a:bodyPr>
          <a:lstStyle/>
          <a:p>
            <a:pPr>
              <a:lnSpc>
                <a:spcPct val="90000"/>
              </a:lnSpc>
            </a:pPr>
            <a:r>
              <a:rPr lang="en-US" sz="3300" b="0" i="0" kern="1200">
                <a:solidFill>
                  <a:srgbClr val="EBEBEB"/>
                </a:solidFill>
                <a:latin typeface="+mj-lt"/>
                <a:ea typeface="+mj-ea"/>
                <a:cs typeface="+mj-cs"/>
              </a:rPr>
              <a:t>Exploratory Data Analysis</a:t>
            </a:r>
            <a:br>
              <a:rPr lang="en-US" sz="3300" b="0" i="0" kern="1200">
                <a:solidFill>
                  <a:srgbClr val="EBEBEB"/>
                </a:solidFill>
                <a:latin typeface="+mj-lt"/>
                <a:ea typeface="+mj-ea"/>
                <a:cs typeface="+mj-cs"/>
              </a:rPr>
            </a:br>
            <a:endParaRPr lang="en-US" sz="3300" b="0" i="0" kern="1200">
              <a:solidFill>
                <a:srgbClr val="EBEBEB"/>
              </a:solidFill>
              <a:latin typeface="+mj-lt"/>
              <a:ea typeface="+mj-ea"/>
              <a:cs typeface="+mj-cs"/>
            </a:endParaRPr>
          </a:p>
        </p:txBody>
      </p:sp>
      <p:sp useBgFill="1">
        <p:nvSpPr>
          <p:cNvPr id="29" name="Freeform: Shape 28">
            <a:extLst>
              <a:ext uri="{FF2B5EF4-FFF2-40B4-BE49-F238E27FC236}">
                <a16:creationId xmlns:a16="http://schemas.microsoft.com/office/drawing/2014/main" id="{DAA4FEEE-0B5F-41BF-825D-60F9FB08956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gray">
          <a:xfrm>
            <a:off x="1" y="1762067"/>
            <a:ext cx="12192417" cy="5095933"/>
          </a:xfrm>
          <a:custGeom>
            <a:avLst/>
            <a:gdLst>
              <a:gd name="connsiteX0" fmla="*/ 0 w 12192417"/>
              <a:gd name="connsiteY0" fmla="*/ 0 h 5095933"/>
              <a:gd name="connsiteX1" fmla="*/ 71931 w 12192417"/>
              <a:gd name="connsiteY1" fmla="*/ 12261 h 5095933"/>
              <a:gd name="connsiteX2" fmla="*/ 282848 w 12192417"/>
              <a:gd name="connsiteY2" fmla="*/ 48343 h 5095933"/>
              <a:gd name="connsiteX3" fmla="*/ 436463 w 12192417"/>
              <a:gd name="connsiteY3" fmla="*/ 73565 h 5095933"/>
              <a:gd name="connsiteX4" fmla="*/ 619338 w 12192417"/>
              <a:gd name="connsiteY4" fmla="*/ 100188 h 5095933"/>
              <a:gd name="connsiteX5" fmla="*/ 836350 w 12192417"/>
              <a:gd name="connsiteY5" fmla="*/ 132066 h 5095933"/>
              <a:gd name="connsiteX6" fmla="*/ 1076527 w 12192417"/>
              <a:gd name="connsiteY6" fmla="*/ 165696 h 5095933"/>
              <a:gd name="connsiteX7" fmla="*/ 1347183 w 12192417"/>
              <a:gd name="connsiteY7" fmla="*/ 201077 h 5095933"/>
              <a:gd name="connsiteX8" fmla="*/ 1642222 w 12192417"/>
              <a:gd name="connsiteY8" fmla="*/ 238560 h 5095933"/>
              <a:gd name="connsiteX9" fmla="*/ 1962863 w 12192417"/>
              <a:gd name="connsiteY9" fmla="*/ 276043 h 5095933"/>
              <a:gd name="connsiteX10" fmla="*/ 2304231 w 12192417"/>
              <a:gd name="connsiteY10" fmla="*/ 314227 h 5095933"/>
              <a:gd name="connsiteX11" fmla="*/ 2672420 w 12192417"/>
              <a:gd name="connsiteY11" fmla="*/ 349608 h 5095933"/>
              <a:gd name="connsiteX12" fmla="*/ 3057677 w 12192417"/>
              <a:gd name="connsiteY12" fmla="*/ 383588 h 5095933"/>
              <a:gd name="connsiteX13" fmla="*/ 3464880 w 12192417"/>
              <a:gd name="connsiteY13" fmla="*/ 414415 h 5095933"/>
              <a:gd name="connsiteX14" fmla="*/ 3889151 w 12192417"/>
              <a:gd name="connsiteY14" fmla="*/ 443841 h 5095933"/>
              <a:gd name="connsiteX15" fmla="*/ 4331709 w 12192417"/>
              <a:gd name="connsiteY15" fmla="*/ 471515 h 5095933"/>
              <a:gd name="connsiteX16" fmla="*/ 4558475 w 12192417"/>
              <a:gd name="connsiteY16" fmla="*/ 481324 h 5095933"/>
              <a:gd name="connsiteX17" fmla="*/ 4790117 w 12192417"/>
              <a:gd name="connsiteY17" fmla="*/ 492183 h 5095933"/>
              <a:gd name="connsiteX18" fmla="*/ 5025417 w 12192417"/>
              <a:gd name="connsiteY18" fmla="*/ 502342 h 5095933"/>
              <a:gd name="connsiteX19" fmla="*/ 5261936 w 12192417"/>
              <a:gd name="connsiteY19" fmla="*/ 508998 h 5095933"/>
              <a:gd name="connsiteX20" fmla="*/ 5503331 w 12192417"/>
              <a:gd name="connsiteY20" fmla="*/ 514953 h 5095933"/>
              <a:gd name="connsiteX21" fmla="*/ 5747166 w 12192417"/>
              <a:gd name="connsiteY21" fmla="*/ 521259 h 5095933"/>
              <a:gd name="connsiteX22" fmla="*/ 5995876 w 12192417"/>
              <a:gd name="connsiteY22" fmla="*/ 525463 h 5095933"/>
              <a:gd name="connsiteX23" fmla="*/ 6247025 w 12192417"/>
              <a:gd name="connsiteY23" fmla="*/ 525463 h 5095933"/>
              <a:gd name="connsiteX24" fmla="*/ 6500612 w 12192417"/>
              <a:gd name="connsiteY24" fmla="*/ 527565 h 5095933"/>
              <a:gd name="connsiteX25" fmla="*/ 6756638 w 12192417"/>
              <a:gd name="connsiteY25" fmla="*/ 525463 h 5095933"/>
              <a:gd name="connsiteX26" fmla="*/ 7016321 w 12192417"/>
              <a:gd name="connsiteY26" fmla="*/ 521259 h 5095933"/>
              <a:gd name="connsiteX27" fmla="*/ 7276004 w 12192417"/>
              <a:gd name="connsiteY27" fmla="*/ 517406 h 5095933"/>
              <a:gd name="connsiteX28" fmla="*/ 7539344 w 12192417"/>
              <a:gd name="connsiteY28" fmla="*/ 508998 h 5095933"/>
              <a:gd name="connsiteX29" fmla="*/ 7805123 w 12192417"/>
              <a:gd name="connsiteY29" fmla="*/ 500241 h 5095933"/>
              <a:gd name="connsiteX30" fmla="*/ 8070902 w 12192417"/>
              <a:gd name="connsiteY30" fmla="*/ 490082 h 5095933"/>
              <a:gd name="connsiteX31" fmla="*/ 8339120 w 12192417"/>
              <a:gd name="connsiteY31" fmla="*/ 475719 h 5095933"/>
              <a:gd name="connsiteX32" fmla="*/ 8609775 w 12192417"/>
              <a:gd name="connsiteY32" fmla="*/ 458554 h 5095933"/>
              <a:gd name="connsiteX33" fmla="*/ 8881650 w 12192417"/>
              <a:gd name="connsiteY33" fmla="*/ 442089 h 5095933"/>
              <a:gd name="connsiteX34" fmla="*/ 9153525 w 12192417"/>
              <a:gd name="connsiteY34" fmla="*/ 421071 h 5095933"/>
              <a:gd name="connsiteX35" fmla="*/ 9429057 w 12192417"/>
              <a:gd name="connsiteY35" fmla="*/ 395849 h 5095933"/>
              <a:gd name="connsiteX36" fmla="*/ 9700932 w 12192417"/>
              <a:gd name="connsiteY36" fmla="*/ 370626 h 5095933"/>
              <a:gd name="connsiteX37" fmla="*/ 9977683 w 12192417"/>
              <a:gd name="connsiteY37" fmla="*/ 341551 h 5095933"/>
              <a:gd name="connsiteX38" fmla="*/ 10255654 w 12192417"/>
              <a:gd name="connsiteY38" fmla="*/ 309673 h 5095933"/>
              <a:gd name="connsiteX39" fmla="*/ 10529967 w 12192417"/>
              <a:gd name="connsiteY39" fmla="*/ 276043 h 5095933"/>
              <a:gd name="connsiteX40" fmla="*/ 10807938 w 12192417"/>
              <a:gd name="connsiteY40" fmla="*/ 236809 h 5095933"/>
              <a:gd name="connsiteX41" fmla="*/ 11084689 w 12192417"/>
              <a:gd name="connsiteY41" fmla="*/ 194772 h 5095933"/>
              <a:gd name="connsiteX42" fmla="*/ 11362660 w 12192417"/>
              <a:gd name="connsiteY42" fmla="*/ 153085 h 5095933"/>
              <a:gd name="connsiteX43" fmla="*/ 11639411 w 12192417"/>
              <a:gd name="connsiteY43" fmla="*/ 104392 h 5095933"/>
              <a:gd name="connsiteX44" fmla="*/ 11914944 w 12192417"/>
              <a:gd name="connsiteY44" fmla="*/ 54648 h 5095933"/>
              <a:gd name="connsiteX45" fmla="*/ 12191695 w 12192417"/>
              <a:gd name="connsiteY45" fmla="*/ 2452 h 5095933"/>
              <a:gd name="connsiteX46" fmla="*/ 12191695 w 12192417"/>
              <a:gd name="connsiteY46" fmla="*/ 2162231 h 5095933"/>
              <a:gd name="connsiteX47" fmla="*/ 12192417 w 12192417"/>
              <a:gd name="connsiteY47" fmla="*/ 2162231 h 5095933"/>
              <a:gd name="connsiteX48" fmla="*/ 12192417 w 12192417"/>
              <a:gd name="connsiteY48" fmla="*/ 5095933 h 5095933"/>
              <a:gd name="connsiteX49" fmla="*/ 0 w 12192417"/>
              <a:gd name="connsiteY49" fmla="*/ 5095933 h 5095933"/>
              <a:gd name="connsiteX50" fmla="*/ 0 w 12192417"/>
              <a:gd name="connsiteY50" fmla="*/ 2791958 h 5095933"/>
              <a:gd name="connsiteX51" fmla="*/ 0 w 12192417"/>
              <a:gd name="connsiteY51" fmla="*/ 2162231 h 50959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Lst>
            <a:rect l="l" t="t" r="r" b="b"/>
            <a:pathLst>
              <a:path w="12192417" h="5095933">
                <a:moveTo>
                  <a:pt x="0" y="0"/>
                </a:moveTo>
                <a:lnTo>
                  <a:pt x="71931" y="12261"/>
                </a:lnTo>
                <a:lnTo>
                  <a:pt x="282848" y="48343"/>
                </a:lnTo>
                <a:lnTo>
                  <a:pt x="436463" y="73565"/>
                </a:lnTo>
                <a:lnTo>
                  <a:pt x="619338" y="100188"/>
                </a:lnTo>
                <a:lnTo>
                  <a:pt x="836350" y="132066"/>
                </a:lnTo>
                <a:lnTo>
                  <a:pt x="1076527" y="165696"/>
                </a:lnTo>
                <a:lnTo>
                  <a:pt x="1347183" y="201077"/>
                </a:lnTo>
                <a:lnTo>
                  <a:pt x="1642222" y="238560"/>
                </a:lnTo>
                <a:lnTo>
                  <a:pt x="1962863" y="276043"/>
                </a:lnTo>
                <a:lnTo>
                  <a:pt x="2304231" y="314227"/>
                </a:lnTo>
                <a:lnTo>
                  <a:pt x="2672420" y="349608"/>
                </a:lnTo>
                <a:lnTo>
                  <a:pt x="3057677" y="383588"/>
                </a:lnTo>
                <a:lnTo>
                  <a:pt x="3464880" y="414415"/>
                </a:lnTo>
                <a:lnTo>
                  <a:pt x="3889151" y="443841"/>
                </a:lnTo>
                <a:lnTo>
                  <a:pt x="4331709" y="471515"/>
                </a:lnTo>
                <a:lnTo>
                  <a:pt x="4558475" y="481324"/>
                </a:lnTo>
                <a:lnTo>
                  <a:pt x="4790117" y="492183"/>
                </a:lnTo>
                <a:lnTo>
                  <a:pt x="5025417" y="502342"/>
                </a:lnTo>
                <a:lnTo>
                  <a:pt x="5261936" y="508998"/>
                </a:lnTo>
                <a:lnTo>
                  <a:pt x="5503331" y="514953"/>
                </a:lnTo>
                <a:lnTo>
                  <a:pt x="5747166" y="521259"/>
                </a:lnTo>
                <a:lnTo>
                  <a:pt x="5995876" y="525463"/>
                </a:lnTo>
                <a:lnTo>
                  <a:pt x="6247025" y="525463"/>
                </a:lnTo>
                <a:lnTo>
                  <a:pt x="6500612" y="527565"/>
                </a:lnTo>
                <a:lnTo>
                  <a:pt x="6756638" y="525463"/>
                </a:lnTo>
                <a:lnTo>
                  <a:pt x="7016321" y="521259"/>
                </a:lnTo>
                <a:lnTo>
                  <a:pt x="7276004" y="517406"/>
                </a:lnTo>
                <a:lnTo>
                  <a:pt x="7539344" y="508998"/>
                </a:lnTo>
                <a:lnTo>
                  <a:pt x="7805123" y="500241"/>
                </a:lnTo>
                <a:lnTo>
                  <a:pt x="8070902" y="490082"/>
                </a:lnTo>
                <a:lnTo>
                  <a:pt x="8339120" y="475719"/>
                </a:lnTo>
                <a:lnTo>
                  <a:pt x="8609775" y="458554"/>
                </a:lnTo>
                <a:lnTo>
                  <a:pt x="8881650" y="442089"/>
                </a:lnTo>
                <a:lnTo>
                  <a:pt x="9153525" y="421071"/>
                </a:lnTo>
                <a:lnTo>
                  <a:pt x="9429057" y="395849"/>
                </a:lnTo>
                <a:lnTo>
                  <a:pt x="9700932" y="370626"/>
                </a:lnTo>
                <a:lnTo>
                  <a:pt x="9977683" y="341551"/>
                </a:lnTo>
                <a:lnTo>
                  <a:pt x="10255654" y="309673"/>
                </a:lnTo>
                <a:lnTo>
                  <a:pt x="10529967" y="276043"/>
                </a:lnTo>
                <a:lnTo>
                  <a:pt x="10807938" y="236809"/>
                </a:lnTo>
                <a:lnTo>
                  <a:pt x="11084689" y="194772"/>
                </a:lnTo>
                <a:lnTo>
                  <a:pt x="11362660" y="153085"/>
                </a:lnTo>
                <a:lnTo>
                  <a:pt x="11639411" y="104392"/>
                </a:lnTo>
                <a:lnTo>
                  <a:pt x="11914944" y="54648"/>
                </a:lnTo>
                <a:lnTo>
                  <a:pt x="12191695" y="2452"/>
                </a:lnTo>
                <a:lnTo>
                  <a:pt x="12191695" y="2162231"/>
                </a:lnTo>
                <a:lnTo>
                  <a:pt x="12192417" y="2162231"/>
                </a:lnTo>
                <a:lnTo>
                  <a:pt x="12192417" y="5095933"/>
                </a:lnTo>
                <a:lnTo>
                  <a:pt x="0" y="5095933"/>
                </a:lnTo>
                <a:lnTo>
                  <a:pt x="0" y="2791958"/>
                </a:lnTo>
                <a:lnTo>
                  <a:pt x="0" y="2162231"/>
                </a:lnTo>
                <a:close/>
              </a:path>
            </a:pathLst>
          </a:custGeom>
          <a:ln>
            <a:noFill/>
          </a:ln>
        </p:spPr>
        <p:txBody>
          <a:bodyPr/>
          <a:lstStyle/>
          <a:p>
            <a:endParaRPr lang="en-GB"/>
          </a:p>
        </p:txBody>
      </p:sp>
      <p:sp>
        <p:nvSpPr>
          <p:cNvPr id="7" name="TextBox 6">
            <a:extLst>
              <a:ext uri="{FF2B5EF4-FFF2-40B4-BE49-F238E27FC236}">
                <a16:creationId xmlns:a16="http://schemas.microsoft.com/office/drawing/2014/main" id="{71C0421B-2C0B-C190-362A-19D14EBE57A5}"/>
              </a:ext>
            </a:extLst>
          </p:cNvPr>
          <p:cNvSpPr txBox="1"/>
          <p:nvPr/>
        </p:nvSpPr>
        <p:spPr>
          <a:xfrm>
            <a:off x="648931" y="2548281"/>
            <a:ext cx="5122606" cy="3658689"/>
          </a:xfrm>
          <a:prstGeom prst="rect">
            <a:avLst/>
          </a:prstGeom>
        </p:spPr>
        <p:txBody>
          <a:bodyPr vert="horz" lIns="91440" tIns="45720" rIns="91440" bIns="45720" rtlCol="0">
            <a:normAutofit/>
          </a:bodyPr>
          <a:lstStyle/>
          <a:p>
            <a:pPr marL="342900" lvl="0" indent="-342900">
              <a:lnSpc>
                <a:spcPct val="90000"/>
              </a:lnSpc>
              <a:spcBef>
                <a:spcPts val="1000"/>
              </a:spcBef>
              <a:buClr>
                <a:schemeClr val="bg2">
                  <a:lumMod val="40000"/>
                  <a:lumOff val="60000"/>
                </a:schemeClr>
              </a:buClr>
              <a:buSzPct val="80000"/>
              <a:buFont typeface="Wingdings 3" charset="2"/>
              <a:buChar char=""/>
            </a:pPr>
            <a:r>
              <a:rPr lang="en-US" dirty="0">
                <a:latin typeface="+mj-lt"/>
                <a:ea typeface="+mj-ea"/>
                <a:cs typeface="+mj-cs"/>
              </a:rPr>
              <a:t>Weather-related variables dominate: more rain/wind line up with more cancellations.</a:t>
            </a:r>
          </a:p>
          <a:p>
            <a:pPr marL="342900" lvl="0" indent="-342900">
              <a:lnSpc>
                <a:spcPct val="90000"/>
              </a:lnSpc>
              <a:spcBef>
                <a:spcPts val="1000"/>
              </a:spcBef>
              <a:buClr>
                <a:schemeClr val="bg2">
                  <a:lumMod val="40000"/>
                  <a:lumOff val="60000"/>
                </a:schemeClr>
              </a:buClr>
              <a:buSzPct val="80000"/>
              <a:buFont typeface="Wingdings 3" charset="2"/>
              <a:buChar char=""/>
            </a:pPr>
            <a:r>
              <a:rPr lang="en-US" dirty="0">
                <a:latin typeface="+mj-lt"/>
                <a:ea typeface="+mj-ea"/>
                <a:cs typeface="+mj-cs"/>
              </a:rPr>
              <a:t>Visibility has the strongest negative relationship: Lower visibility is clearly tied to higher cancellation rates, making it one of the most important warning signs.</a:t>
            </a:r>
          </a:p>
          <a:p>
            <a:pPr marL="342900" lvl="0" indent="-342900">
              <a:lnSpc>
                <a:spcPct val="90000"/>
              </a:lnSpc>
              <a:spcBef>
                <a:spcPts val="1000"/>
              </a:spcBef>
              <a:buClr>
                <a:schemeClr val="bg2">
                  <a:lumMod val="40000"/>
                  <a:lumOff val="60000"/>
                </a:schemeClr>
              </a:buClr>
              <a:buSzPct val="80000"/>
              <a:buFont typeface="Wingdings 3" charset="2"/>
              <a:buChar char=""/>
            </a:pPr>
            <a:r>
              <a:rPr lang="en-US" dirty="0">
                <a:latin typeface="+mj-lt"/>
                <a:ea typeface="+mj-ea"/>
                <a:cs typeface="+mj-cs"/>
              </a:rPr>
              <a:t>Time of day still shows up: Later departure times are linked with more cancellations, matching the earlier finding that evenings are riskier.</a:t>
            </a:r>
          </a:p>
        </p:txBody>
      </p:sp>
      <p:pic>
        <p:nvPicPr>
          <p:cNvPr id="5" name="Content Placeholder 4">
            <a:extLst>
              <a:ext uri="{FF2B5EF4-FFF2-40B4-BE49-F238E27FC236}">
                <a16:creationId xmlns:a16="http://schemas.microsoft.com/office/drawing/2014/main" id="{6226900F-F1EB-5FF6-ADF7-CA839232C029}"/>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6611530" y="2476884"/>
            <a:ext cx="4740477" cy="3662018"/>
          </a:xfrm>
          <a:prstGeom prst="rect">
            <a:avLst/>
          </a:prstGeom>
          <a:effectLst/>
        </p:spPr>
      </p:pic>
    </p:spTree>
    <p:extLst>
      <p:ext uri="{BB962C8B-B14F-4D97-AF65-F5344CB8AC3E}">
        <p14:creationId xmlns:p14="http://schemas.microsoft.com/office/powerpoint/2010/main" val="4041411841"/>
      </p:ext>
    </p:extLst>
  </p:cSld>
  <p:clrMapOvr>
    <a:overrideClrMapping bg1="lt1" tx1="dk1" bg2="lt2" tx2="dk2" accent1="accent1" accent2="accent2" accent3="accent3" accent4="accent4" accent5="accent5" accent6="accent6" hlink="hlink" folHlink="folHlink"/>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10" name="Picture 9">
            <a:extLst>
              <a:ext uri="{FF2B5EF4-FFF2-40B4-BE49-F238E27FC236}">
                <a16:creationId xmlns:a16="http://schemas.microsoft.com/office/drawing/2014/main" id="{41B68C77-138E-4BF7-A276-BD0C78A4219F}"/>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2">
            <a:extLst>
              <a:ext uri="{28A0092B-C50C-407E-A947-70E740481C1C}">
                <a14:useLocalDpi xmlns:a14="http://schemas.microsoft.com/office/drawing/2010/main" val="0"/>
              </a:ext>
            </a:extLst>
          </a:blip>
          <a:srcRect l="3613"/>
          <a:stretch/>
        </p:blipFill>
        <p:spPr>
          <a:xfrm>
            <a:off x="0" y="2669685"/>
            <a:ext cx="4037012" cy="4188315"/>
          </a:xfrm>
          <a:prstGeom prst="rect">
            <a:avLst/>
          </a:prstGeom>
        </p:spPr>
      </p:pic>
      <p:pic>
        <p:nvPicPr>
          <p:cNvPr id="12" name="Picture 11">
            <a:extLst>
              <a:ext uri="{FF2B5EF4-FFF2-40B4-BE49-F238E27FC236}">
                <a16:creationId xmlns:a16="http://schemas.microsoft.com/office/drawing/2014/main" id="{7C268552-D473-46ED-B1B8-422042C4DEF1}"/>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3">
            <a:extLst>
              <a:ext uri="{28A0092B-C50C-407E-A947-70E740481C1C}">
                <a14:useLocalDpi xmlns:a14="http://schemas.microsoft.com/office/drawing/2010/main" val="0"/>
              </a:ext>
            </a:extLst>
          </a:blip>
          <a:srcRect l="35640"/>
          <a:stretch/>
        </p:blipFill>
        <p:spPr>
          <a:xfrm>
            <a:off x="0" y="2892347"/>
            <a:ext cx="1522412" cy="2365453"/>
          </a:xfrm>
          <a:prstGeom prst="rect">
            <a:avLst/>
          </a:prstGeom>
        </p:spPr>
      </p:pic>
      <p:sp>
        <p:nvSpPr>
          <p:cNvPr id="14" name="Oval 13">
            <a:extLst>
              <a:ext uri="{FF2B5EF4-FFF2-40B4-BE49-F238E27FC236}">
                <a16:creationId xmlns:a16="http://schemas.microsoft.com/office/drawing/2014/main" id="{4AC0CD9D-7610-4620-93B4-798CCD9AB58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609012" y="1676400"/>
            <a:ext cx="2819400" cy="2819400"/>
          </a:xfrm>
          <a:prstGeom prst="ellipse">
            <a:avLst/>
          </a:prstGeom>
          <a:gradFill flip="none" rotWithShape="1">
            <a:gsLst>
              <a:gs pos="0">
                <a:schemeClr val="bg2">
                  <a:lumMod val="60000"/>
                  <a:lumOff val="40000"/>
                  <a:alpha val="7000"/>
                </a:schemeClr>
              </a:gs>
              <a:gs pos="69000">
                <a:schemeClr val="bg2">
                  <a:lumMod val="60000"/>
                  <a:lumOff val="40000"/>
                  <a:alpha val="0"/>
                </a:schemeClr>
              </a:gs>
              <a:gs pos="36000">
                <a:schemeClr val="bg2">
                  <a:lumMod val="60000"/>
                  <a:lumOff val="40000"/>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GB"/>
          </a:p>
        </p:txBody>
      </p:sp>
      <p:pic>
        <p:nvPicPr>
          <p:cNvPr id="16" name="Picture 15">
            <a:extLst>
              <a:ext uri="{FF2B5EF4-FFF2-40B4-BE49-F238E27FC236}">
                <a16:creationId xmlns:a16="http://schemas.microsoft.com/office/drawing/2014/main" id="{B9238B3E-24AA-439A-B527-6C5DF6D72145}"/>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4">
            <a:extLst>
              <a:ext uri="{28A0092B-C50C-407E-A947-70E740481C1C}">
                <a14:useLocalDpi xmlns:a14="http://schemas.microsoft.com/office/drawing/2010/main" val="0"/>
              </a:ext>
            </a:extLst>
          </a:blip>
          <a:srcRect t="28813"/>
          <a:stretch/>
        </p:blipFill>
        <p:spPr>
          <a:xfrm>
            <a:off x="7999412" y="0"/>
            <a:ext cx="1603387" cy="1141407"/>
          </a:xfrm>
          <a:prstGeom prst="rect">
            <a:avLst/>
          </a:prstGeom>
        </p:spPr>
      </p:pic>
      <p:pic>
        <p:nvPicPr>
          <p:cNvPr id="18" name="Picture 17">
            <a:extLst>
              <a:ext uri="{FF2B5EF4-FFF2-40B4-BE49-F238E27FC236}">
                <a16:creationId xmlns:a16="http://schemas.microsoft.com/office/drawing/2014/main" id="{69F01145-BEA3-4CBF-AA21-10077B948CA8}"/>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5">
            <a:extLst>
              <a:ext uri="{28A0092B-C50C-407E-A947-70E740481C1C}">
                <a14:useLocalDpi xmlns:a14="http://schemas.microsoft.com/office/drawing/2010/main" val="0"/>
              </a:ext>
            </a:extLst>
          </a:blip>
          <a:srcRect b="23320"/>
          <a:stretch/>
        </p:blipFill>
        <p:spPr>
          <a:xfrm>
            <a:off x="8605878" y="6096000"/>
            <a:ext cx="993734" cy="762000"/>
          </a:xfrm>
          <a:prstGeom prst="rect">
            <a:avLst/>
          </a:prstGeom>
        </p:spPr>
      </p:pic>
      <p:sp>
        <p:nvSpPr>
          <p:cNvPr id="20" name="Rectangle 19">
            <a:extLst>
              <a:ext uri="{FF2B5EF4-FFF2-40B4-BE49-F238E27FC236}">
                <a16:creationId xmlns:a16="http://schemas.microsoft.com/office/drawing/2014/main" id="{DE4D62F9-188E-4530-84C2-24BDEE4BEB8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a:lstStyle/>
          <a:p>
            <a:endParaRPr lang="en-GB"/>
          </a:p>
        </p:txBody>
      </p:sp>
      <p:sp>
        <p:nvSpPr>
          <p:cNvPr id="22" name="Rectangle 21">
            <a:extLst>
              <a:ext uri="{FF2B5EF4-FFF2-40B4-BE49-F238E27FC236}">
                <a16:creationId xmlns:a16="http://schemas.microsoft.com/office/drawing/2014/main" id="{757B325C-3E35-45CF-9D07-3BCB281F3B9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003">
            <a:schemeClr val="dk2"/>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D03BCEEA-DDAD-0199-4AE9-0B6E6CE2FFA6}"/>
              </a:ext>
            </a:extLst>
          </p:cNvPr>
          <p:cNvSpPr>
            <a:spLocks noGrp="1"/>
          </p:cNvSpPr>
          <p:nvPr>
            <p:ph type="title"/>
          </p:nvPr>
        </p:nvSpPr>
        <p:spPr>
          <a:xfrm>
            <a:off x="8176482" y="2044013"/>
            <a:ext cx="3862189" cy="1395187"/>
          </a:xfrm>
        </p:spPr>
        <p:txBody>
          <a:bodyPr vert="horz" lIns="91440" tIns="45720" rIns="91440" bIns="45720" rtlCol="0" anchor="b">
            <a:normAutofit/>
          </a:bodyPr>
          <a:lstStyle/>
          <a:p>
            <a:r>
              <a:rPr lang="en-US" sz="5400" b="0" i="0" kern="1200" dirty="0">
                <a:solidFill>
                  <a:srgbClr val="EBEBEB"/>
                </a:solidFill>
                <a:latin typeface="+mj-lt"/>
                <a:ea typeface="+mj-ea"/>
                <a:cs typeface="+mj-cs"/>
              </a:rPr>
              <a:t>Heatmap</a:t>
            </a:r>
          </a:p>
        </p:txBody>
      </p:sp>
      <p:sp>
        <p:nvSpPr>
          <p:cNvPr id="24" name="Freeform 36">
            <a:extLst>
              <a:ext uri="{FF2B5EF4-FFF2-40B4-BE49-F238E27FC236}">
                <a16:creationId xmlns:a16="http://schemas.microsoft.com/office/drawing/2014/main" id="{C24BEC42-AFF3-40D1-93A2-A27A42E1E23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7463681" y="-1"/>
            <a:ext cx="559472" cy="3709642"/>
          </a:xfrm>
          <a:custGeom>
            <a:avLst/>
            <a:gdLst>
              <a:gd name="connsiteX0" fmla="*/ 0 w 559472"/>
              <a:gd name="connsiteY0" fmla="*/ 0 h 3709642"/>
              <a:gd name="connsiteX1" fmla="*/ 473952 w 559472"/>
              <a:gd name="connsiteY1" fmla="*/ 0 h 3709642"/>
              <a:gd name="connsiteX2" fmla="*/ 485840 w 559472"/>
              <a:gd name="connsiteY2" fmla="*/ 161194 h 3709642"/>
              <a:gd name="connsiteX3" fmla="*/ 523949 w 559472"/>
              <a:gd name="connsiteY3" fmla="*/ 3672197 h 3709642"/>
              <a:gd name="connsiteX4" fmla="*/ 454748 w 559472"/>
              <a:gd name="connsiteY4" fmla="*/ 3709642 h 3709642"/>
              <a:gd name="connsiteX5" fmla="*/ 448224 w 559472"/>
              <a:gd name="connsiteY5" fmla="*/ 3510471 h 3709642"/>
              <a:gd name="connsiteX6" fmla="*/ 443564 w 559472"/>
              <a:gd name="connsiteY6" fmla="*/ 3408563 h 3709642"/>
              <a:gd name="connsiteX7" fmla="*/ 438902 w 559472"/>
              <a:gd name="connsiteY7" fmla="*/ 3304407 h 3709642"/>
              <a:gd name="connsiteX8" fmla="*/ 433941 w 559472"/>
              <a:gd name="connsiteY8" fmla="*/ 3198777 h 3709642"/>
              <a:gd name="connsiteX9" fmla="*/ 427584 w 559472"/>
              <a:gd name="connsiteY9" fmla="*/ 3092510 h 3709642"/>
              <a:gd name="connsiteX10" fmla="*/ 420988 w 559472"/>
              <a:gd name="connsiteY10" fmla="*/ 2984390 h 3709642"/>
              <a:gd name="connsiteX11" fmla="*/ 414330 w 559472"/>
              <a:gd name="connsiteY11" fmla="*/ 2874401 h 3709642"/>
              <a:gd name="connsiteX12" fmla="*/ 406840 w 559472"/>
              <a:gd name="connsiteY12" fmla="*/ 2762980 h 3709642"/>
              <a:gd name="connsiteX13" fmla="*/ 397745 w 559472"/>
              <a:gd name="connsiteY13" fmla="*/ 2650566 h 3709642"/>
              <a:gd name="connsiteX14" fmla="*/ 389154 w 559472"/>
              <a:gd name="connsiteY14" fmla="*/ 2536612 h 3709642"/>
              <a:gd name="connsiteX15" fmla="*/ 379225 w 559472"/>
              <a:gd name="connsiteY15" fmla="*/ 2421642 h 3709642"/>
              <a:gd name="connsiteX16" fmla="*/ 368316 w 559472"/>
              <a:gd name="connsiteY16" fmla="*/ 2305627 h 3709642"/>
              <a:gd name="connsiteX17" fmla="*/ 357466 w 559472"/>
              <a:gd name="connsiteY17" fmla="*/ 2189233 h 3709642"/>
              <a:gd name="connsiteX18" fmla="*/ 344982 w 559472"/>
              <a:gd name="connsiteY18" fmla="*/ 2071473 h 3709642"/>
              <a:gd name="connsiteX19" fmla="*/ 332466 w 559472"/>
              <a:gd name="connsiteY19" fmla="*/ 1952216 h 3709642"/>
              <a:gd name="connsiteX20" fmla="*/ 319121 w 559472"/>
              <a:gd name="connsiteY20" fmla="*/ 1833776 h 3709642"/>
              <a:gd name="connsiteX21" fmla="*/ 304408 w 559472"/>
              <a:gd name="connsiteY21" fmla="*/ 1713948 h 3709642"/>
              <a:gd name="connsiteX22" fmla="*/ 288685 w 559472"/>
              <a:gd name="connsiteY22" fmla="*/ 1592703 h 3709642"/>
              <a:gd name="connsiteX23" fmla="*/ 273050 w 559472"/>
              <a:gd name="connsiteY23" fmla="*/ 1471451 h 3709642"/>
              <a:gd name="connsiteX24" fmla="*/ 255813 w 559472"/>
              <a:gd name="connsiteY24" fmla="*/ 1350328 h 3709642"/>
              <a:gd name="connsiteX25" fmla="*/ 237060 w 559472"/>
              <a:gd name="connsiteY25" fmla="*/ 1227080 h 3709642"/>
              <a:gd name="connsiteX26" fmla="*/ 218488 w 559472"/>
              <a:gd name="connsiteY26" fmla="*/ 1106065 h 3709642"/>
              <a:gd name="connsiteX27" fmla="*/ 198221 w 559472"/>
              <a:gd name="connsiteY27" fmla="*/ 982940 h 3709642"/>
              <a:gd name="connsiteX28" fmla="*/ 177152 w 559472"/>
              <a:gd name="connsiteY28" fmla="*/ 858755 h 3709642"/>
              <a:gd name="connsiteX29" fmla="*/ 155551 w 559472"/>
              <a:gd name="connsiteY29" fmla="*/ 736861 h 3709642"/>
              <a:gd name="connsiteX30" fmla="*/ 131782 w 559472"/>
              <a:gd name="connsiteY30" fmla="*/ 613645 h 3709642"/>
              <a:gd name="connsiteX31" fmla="*/ 107123 w 559472"/>
              <a:gd name="connsiteY31" fmla="*/ 490500 h 3709642"/>
              <a:gd name="connsiteX32" fmla="*/ 82552 w 559472"/>
              <a:gd name="connsiteY32" fmla="*/ 367348 h 3709642"/>
              <a:gd name="connsiteX33" fmla="*/ 55608 w 559472"/>
              <a:gd name="connsiteY33" fmla="*/ 244762 h 3709642"/>
              <a:gd name="connsiteX34" fmla="*/ 28130 w 559472"/>
              <a:gd name="connsiteY34" fmla="*/ 122220 h 3709642"/>
              <a:gd name="connsiteX35" fmla="*/ 0 w 559472"/>
              <a:gd name="connsiteY35" fmla="*/ 0 h 37096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559472" h="3709642">
                <a:moveTo>
                  <a:pt x="0" y="0"/>
                </a:moveTo>
                <a:lnTo>
                  <a:pt x="473952" y="0"/>
                </a:lnTo>
                <a:lnTo>
                  <a:pt x="485840" y="161194"/>
                </a:lnTo>
                <a:cubicBezTo>
                  <a:pt x="552063" y="1147770"/>
                  <a:pt x="592441" y="3086737"/>
                  <a:pt x="523949" y="3672197"/>
                </a:cubicBezTo>
                <a:cubicBezTo>
                  <a:pt x="500842" y="3684557"/>
                  <a:pt x="477855" y="3697282"/>
                  <a:pt x="454748" y="3709642"/>
                </a:cubicBezTo>
                <a:lnTo>
                  <a:pt x="448224" y="3510471"/>
                </a:lnTo>
                <a:lnTo>
                  <a:pt x="443564" y="3408563"/>
                </a:lnTo>
                <a:lnTo>
                  <a:pt x="438902" y="3304407"/>
                </a:lnTo>
                <a:lnTo>
                  <a:pt x="433941" y="3198777"/>
                </a:lnTo>
                <a:lnTo>
                  <a:pt x="427584" y="3092510"/>
                </a:lnTo>
                <a:lnTo>
                  <a:pt x="420988" y="2984390"/>
                </a:lnTo>
                <a:lnTo>
                  <a:pt x="414330" y="2874401"/>
                </a:lnTo>
                <a:lnTo>
                  <a:pt x="406840" y="2762980"/>
                </a:lnTo>
                <a:lnTo>
                  <a:pt x="397745" y="2650566"/>
                </a:lnTo>
                <a:lnTo>
                  <a:pt x="389154" y="2536612"/>
                </a:lnTo>
                <a:lnTo>
                  <a:pt x="379225" y="2421642"/>
                </a:lnTo>
                <a:lnTo>
                  <a:pt x="368316" y="2305627"/>
                </a:lnTo>
                <a:lnTo>
                  <a:pt x="357466" y="2189233"/>
                </a:lnTo>
                <a:lnTo>
                  <a:pt x="344982" y="2071473"/>
                </a:lnTo>
                <a:lnTo>
                  <a:pt x="332466" y="1952216"/>
                </a:lnTo>
                <a:lnTo>
                  <a:pt x="319121" y="1833776"/>
                </a:lnTo>
                <a:lnTo>
                  <a:pt x="304408" y="1713948"/>
                </a:lnTo>
                <a:lnTo>
                  <a:pt x="288685" y="1592703"/>
                </a:lnTo>
                <a:lnTo>
                  <a:pt x="273050" y="1471451"/>
                </a:lnTo>
                <a:lnTo>
                  <a:pt x="255813" y="1350328"/>
                </a:lnTo>
                <a:lnTo>
                  <a:pt x="237060" y="1227080"/>
                </a:lnTo>
                <a:lnTo>
                  <a:pt x="218488" y="1106065"/>
                </a:lnTo>
                <a:lnTo>
                  <a:pt x="198221" y="982940"/>
                </a:lnTo>
                <a:lnTo>
                  <a:pt x="177152" y="858755"/>
                </a:lnTo>
                <a:lnTo>
                  <a:pt x="155551" y="736861"/>
                </a:lnTo>
                <a:lnTo>
                  <a:pt x="131782" y="613645"/>
                </a:lnTo>
                <a:lnTo>
                  <a:pt x="107123" y="490500"/>
                </a:lnTo>
                <a:lnTo>
                  <a:pt x="82552" y="367348"/>
                </a:lnTo>
                <a:lnTo>
                  <a:pt x="55608" y="244762"/>
                </a:lnTo>
                <a:lnTo>
                  <a:pt x="28130" y="122220"/>
                </a:lnTo>
                <a:lnTo>
                  <a:pt x="0" y="0"/>
                </a:lnTo>
                <a:close/>
              </a:path>
            </a:pathLst>
          </a:custGeom>
          <a:solidFill>
            <a:schemeClr val="bg1">
              <a:alpha val="20000"/>
            </a:schemeClr>
          </a:solidFill>
          <a:ln>
            <a:noFill/>
          </a:ln>
        </p:spPr>
        <p:txBody>
          <a:bodyPr rtlCol="0" anchor="ctr"/>
          <a:lstStyle/>
          <a:p>
            <a:pPr algn="ctr"/>
            <a:endParaRPr lang="en-US"/>
          </a:p>
        </p:txBody>
      </p:sp>
      <p:sp useBgFill="1">
        <p:nvSpPr>
          <p:cNvPr id="26" name="Freeform: Shape 25">
            <a:extLst>
              <a:ext uri="{FF2B5EF4-FFF2-40B4-BE49-F238E27FC236}">
                <a16:creationId xmlns:a16="http://schemas.microsoft.com/office/drawing/2014/main" id="{608F427C-1EC9-4280-9367-F2B3AA063E8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7809954" cy="6858000"/>
          </a:xfrm>
          <a:custGeom>
            <a:avLst/>
            <a:gdLst>
              <a:gd name="connsiteX0" fmla="*/ 6465239 w 7809954"/>
              <a:gd name="connsiteY0" fmla="*/ 0 h 6858000"/>
              <a:gd name="connsiteX1" fmla="*/ 7808777 w 7809954"/>
              <a:gd name="connsiteY1" fmla="*/ 0 h 6858000"/>
              <a:gd name="connsiteX2" fmla="*/ 7783732 w 7809954"/>
              <a:gd name="connsiteY2" fmla="*/ 155676 h 6858000"/>
              <a:gd name="connsiteX3" fmla="*/ 7759863 w 7809954"/>
              <a:gd name="connsiteY3" fmla="*/ 310667 h 6858000"/>
              <a:gd name="connsiteX4" fmla="*/ 7736499 w 7809954"/>
              <a:gd name="connsiteY4" fmla="*/ 466344 h 6858000"/>
              <a:gd name="connsiteX5" fmla="*/ 7716496 w 7809954"/>
              <a:gd name="connsiteY5" fmla="*/ 622706 h 6858000"/>
              <a:gd name="connsiteX6" fmla="*/ 7696325 w 7809954"/>
              <a:gd name="connsiteY6" fmla="*/ 778383 h 6858000"/>
              <a:gd name="connsiteX7" fmla="*/ 7677499 w 7809954"/>
              <a:gd name="connsiteY7" fmla="*/ 934745 h 6858000"/>
              <a:gd name="connsiteX8" fmla="*/ 7661363 w 7809954"/>
              <a:gd name="connsiteY8" fmla="*/ 1089050 h 6858000"/>
              <a:gd name="connsiteX9" fmla="*/ 7646067 w 7809954"/>
              <a:gd name="connsiteY9" fmla="*/ 1245413 h 6858000"/>
              <a:gd name="connsiteX10" fmla="*/ 7632115 w 7809954"/>
              <a:gd name="connsiteY10" fmla="*/ 1401089 h 6858000"/>
              <a:gd name="connsiteX11" fmla="*/ 7620013 w 7809954"/>
              <a:gd name="connsiteY11" fmla="*/ 1554023 h 6858000"/>
              <a:gd name="connsiteX12" fmla="*/ 7607910 w 7809954"/>
              <a:gd name="connsiteY12" fmla="*/ 1709013 h 6858000"/>
              <a:gd name="connsiteX13" fmla="*/ 7597825 w 7809954"/>
              <a:gd name="connsiteY13" fmla="*/ 1861947 h 6858000"/>
              <a:gd name="connsiteX14" fmla="*/ 7589925 w 7809954"/>
              <a:gd name="connsiteY14" fmla="*/ 2014880 h 6858000"/>
              <a:gd name="connsiteX15" fmla="*/ 7581688 w 7809954"/>
              <a:gd name="connsiteY15" fmla="*/ 2167128 h 6858000"/>
              <a:gd name="connsiteX16" fmla="*/ 7574797 w 7809954"/>
              <a:gd name="connsiteY16" fmla="*/ 2318004 h 6858000"/>
              <a:gd name="connsiteX17" fmla="*/ 7569922 w 7809954"/>
              <a:gd name="connsiteY17" fmla="*/ 2467508 h 6858000"/>
              <a:gd name="connsiteX18" fmla="*/ 7565720 w 7809954"/>
              <a:gd name="connsiteY18" fmla="*/ 2617013 h 6858000"/>
              <a:gd name="connsiteX19" fmla="*/ 7561686 w 7809954"/>
              <a:gd name="connsiteY19" fmla="*/ 2765145 h 6858000"/>
              <a:gd name="connsiteX20" fmla="*/ 7559837 w 7809954"/>
              <a:gd name="connsiteY20" fmla="*/ 2911221 h 6858000"/>
              <a:gd name="connsiteX21" fmla="*/ 7557820 w 7809954"/>
              <a:gd name="connsiteY21" fmla="*/ 3057296 h 6858000"/>
              <a:gd name="connsiteX22" fmla="*/ 7556811 w 7809954"/>
              <a:gd name="connsiteY22" fmla="*/ 3201314 h 6858000"/>
              <a:gd name="connsiteX23" fmla="*/ 7557820 w 7809954"/>
              <a:gd name="connsiteY23" fmla="*/ 3343960 h 6858000"/>
              <a:gd name="connsiteX24" fmla="*/ 7557820 w 7809954"/>
              <a:gd name="connsiteY24" fmla="*/ 3485235 h 6858000"/>
              <a:gd name="connsiteX25" fmla="*/ 7559837 w 7809954"/>
              <a:gd name="connsiteY25" fmla="*/ 3625138 h 6858000"/>
              <a:gd name="connsiteX26" fmla="*/ 7562862 w 7809954"/>
              <a:gd name="connsiteY26" fmla="*/ 3762298 h 6858000"/>
              <a:gd name="connsiteX27" fmla="*/ 7565720 w 7809954"/>
              <a:gd name="connsiteY27" fmla="*/ 3898087 h 6858000"/>
              <a:gd name="connsiteX28" fmla="*/ 7568914 w 7809954"/>
              <a:gd name="connsiteY28" fmla="*/ 4031132 h 6858000"/>
              <a:gd name="connsiteX29" fmla="*/ 7573788 w 7809954"/>
              <a:gd name="connsiteY29" fmla="*/ 4163491 h 6858000"/>
              <a:gd name="connsiteX30" fmla="*/ 7578999 w 7809954"/>
              <a:gd name="connsiteY30" fmla="*/ 4293793 h 6858000"/>
              <a:gd name="connsiteX31" fmla="*/ 7583705 w 7809954"/>
              <a:gd name="connsiteY31" fmla="*/ 4421352 h 6858000"/>
              <a:gd name="connsiteX32" fmla="*/ 7596985 w 7809954"/>
              <a:gd name="connsiteY32" fmla="*/ 4670298 h 6858000"/>
              <a:gd name="connsiteX33" fmla="*/ 7611104 w 7809954"/>
              <a:gd name="connsiteY33" fmla="*/ 4908956 h 6858000"/>
              <a:gd name="connsiteX34" fmla="*/ 7625896 w 7809954"/>
              <a:gd name="connsiteY34" fmla="*/ 5138013 h 6858000"/>
              <a:gd name="connsiteX35" fmla="*/ 7642201 w 7809954"/>
              <a:gd name="connsiteY35" fmla="*/ 5354726 h 6858000"/>
              <a:gd name="connsiteX36" fmla="*/ 7659178 w 7809954"/>
              <a:gd name="connsiteY36" fmla="*/ 5561838 h 6858000"/>
              <a:gd name="connsiteX37" fmla="*/ 7677499 w 7809954"/>
              <a:gd name="connsiteY37" fmla="*/ 5753862 h 6858000"/>
              <a:gd name="connsiteX38" fmla="*/ 7695485 w 7809954"/>
              <a:gd name="connsiteY38" fmla="*/ 5934227 h 6858000"/>
              <a:gd name="connsiteX39" fmla="*/ 7713470 w 7809954"/>
              <a:gd name="connsiteY39" fmla="*/ 6100191 h 6858000"/>
              <a:gd name="connsiteX40" fmla="*/ 7730447 w 7809954"/>
              <a:gd name="connsiteY40" fmla="*/ 6252438 h 6858000"/>
              <a:gd name="connsiteX41" fmla="*/ 7746584 w 7809954"/>
              <a:gd name="connsiteY41" fmla="*/ 6387541 h 6858000"/>
              <a:gd name="connsiteX42" fmla="*/ 7761880 w 7809954"/>
              <a:gd name="connsiteY42" fmla="*/ 6509613 h 6858000"/>
              <a:gd name="connsiteX43" fmla="*/ 7774655 w 7809954"/>
              <a:gd name="connsiteY43" fmla="*/ 6612483 h 6858000"/>
              <a:gd name="connsiteX44" fmla="*/ 7786757 w 7809954"/>
              <a:gd name="connsiteY44" fmla="*/ 6698894 h 6858000"/>
              <a:gd name="connsiteX45" fmla="*/ 7804071 w 7809954"/>
              <a:gd name="connsiteY45" fmla="*/ 6817538 h 6858000"/>
              <a:gd name="connsiteX46" fmla="*/ 7809954 w 7809954"/>
              <a:gd name="connsiteY46" fmla="*/ 6858000 h 6858000"/>
              <a:gd name="connsiteX47" fmla="*/ 7157124 w 7809954"/>
              <a:gd name="connsiteY47" fmla="*/ 6858000 h 6858000"/>
              <a:gd name="connsiteX48" fmla="*/ 7157124 w 7809954"/>
              <a:gd name="connsiteY48" fmla="*/ 6858000 h 6858000"/>
              <a:gd name="connsiteX49" fmla="*/ 0 w 7809954"/>
              <a:gd name="connsiteY49" fmla="*/ 6858000 h 6858000"/>
              <a:gd name="connsiteX50" fmla="*/ 0 w 7809954"/>
              <a:gd name="connsiteY50" fmla="*/ 0 h 6858000"/>
              <a:gd name="connsiteX51" fmla="*/ 6465239 w 7809954"/>
              <a:gd name="connsiteY51" fmla="*/ 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Lst>
            <a:rect l="l" t="t" r="r" b="b"/>
            <a:pathLst>
              <a:path w="7809954" h="6858000">
                <a:moveTo>
                  <a:pt x="6465239" y="0"/>
                </a:moveTo>
                <a:lnTo>
                  <a:pt x="7808777" y="0"/>
                </a:lnTo>
                <a:lnTo>
                  <a:pt x="7783732" y="155676"/>
                </a:lnTo>
                <a:lnTo>
                  <a:pt x="7759863" y="310667"/>
                </a:lnTo>
                <a:lnTo>
                  <a:pt x="7736499" y="466344"/>
                </a:lnTo>
                <a:lnTo>
                  <a:pt x="7716496" y="622706"/>
                </a:lnTo>
                <a:lnTo>
                  <a:pt x="7696325" y="778383"/>
                </a:lnTo>
                <a:lnTo>
                  <a:pt x="7677499" y="934745"/>
                </a:lnTo>
                <a:lnTo>
                  <a:pt x="7661363" y="1089050"/>
                </a:lnTo>
                <a:lnTo>
                  <a:pt x="7646067" y="1245413"/>
                </a:lnTo>
                <a:lnTo>
                  <a:pt x="7632115" y="1401089"/>
                </a:lnTo>
                <a:lnTo>
                  <a:pt x="7620013" y="1554023"/>
                </a:lnTo>
                <a:lnTo>
                  <a:pt x="7607910" y="1709013"/>
                </a:lnTo>
                <a:lnTo>
                  <a:pt x="7597825" y="1861947"/>
                </a:lnTo>
                <a:lnTo>
                  <a:pt x="7589925" y="2014880"/>
                </a:lnTo>
                <a:lnTo>
                  <a:pt x="7581688" y="2167128"/>
                </a:lnTo>
                <a:lnTo>
                  <a:pt x="7574797" y="2318004"/>
                </a:lnTo>
                <a:lnTo>
                  <a:pt x="7569922" y="2467508"/>
                </a:lnTo>
                <a:lnTo>
                  <a:pt x="7565720" y="2617013"/>
                </a:lnTo>
                <a:lnTo>
                  <a:pt x="7561686" y="2765145"/>
                </a:lnTo>
                <a:lnTo>
                  <a:pt x="7559837" y="2911221"/>
                </a:lnTo>
                <a:lnTo>
                  <a:pt x="7557820" y="3057296"/>
                </a:lnTo>
                <a:lnTo>
                  <a:pt x="7556811" y="3201314"/>
                </a:lnTo>
                <a:lnTo>
                  <a:pt x="7557820" y="3343960"/>
                </a:lnTo>
                <a:lnTo>
                  <a:pt x="7557820" y="3485235"/>
                </a:lnTo>
                <a:lnTo>
                  <a:pt x="7559837" y="3625138"/>
                </a:lnTo>
                <a:lnTo>
                  <a:pt x="7562862" y="3762298"/>
                </a:lnTo>
                <a:lnTo>
                  <a:pt x="7565720" y="3898087"/>
                </a:lnTo>
                <a:lnTo>
                  <a:pt x="7568914" y="4031132"/>
                </a:lnTo>
                <a:lnTo>
                  <a:pt x="7573788" y="4163491"/>
                </a:lnTo>
                <a:lnTo>
                  <a:pt x="7578999" y="4293793"/>
                </a:lnTo>
                <a:lnTo>
                  <a:pt x="7583705" y="4421352"/>
                </a:lnTo>
                <a:lnTo>
                  <a:pt x="7596985" y="4670298"/>
                </a:lnTo>
                <a:lnTo>
                  <a:pt x="7611104" y="4908956"/>
                </a:lnTo>
                <a:lnTo>
                  <a:pt x="7625896" y="5138013"/>
                </a:lnTo>
                <a:lnTo>
                  <a:pt x="7642201" y="5354726"/>
                </a:lnTo>
                <a:lnTo>
                  <a:pt x="7659178" y="5561838"/>
                </a:lnTo>
                <a:lnTo>
                  <a:pt x="7677499" y="5753862"/>
                </a:lnTo>
                <a:lnTo>
                  <a:pt x="7695485" y="5934227"/>
                </a:lnTo>
                <a:lnTo>
                  <a:pt x="7713470" y="6100191"/>
                </a:lnTo>
                <a:lnTo>
                  <a:pt x="7730447" y="6252438"/>
                </a:lnTo>
                <a:lnTo>
                  <a:pt x="7746584" y="6387541"/>
                </a:lnTo>
                <a:lnTo>
                  <a:pt x="7761880" y="6509613"/>
                </a:lnTo>
                <a:lnTo>
                  <a:pt x="7774655" y="6612483"/>
                </a:lnTo>
                <a:lnTo>
                  <a:pt x="7786757" y="6698894"/>
                </a:lnTo>
                <a:lnTo>
                  <a:pt x="7804071" y="6817538"/>
                </a:lnTo>
                <a:lnTo>
                  <a:pt x="7809954" y="6858000"/>
                </a:lnTo>
                <a:lnTo>
                  <a:pt x="7157124" y="6858000"/>
                </a:lnTo>
                <a:lnTo>
                  <a:pt x="7157124" y="6858000"/>
                </a:lnTo>
                <a:lnTo>
                  <a:pt x="0" y="6858000"/>
                </a:lnTo>
                <a:lnTo>
                  <a:pt x="0" y="0"/>
                </a:lnTo>
                <a:lnTo>
                  <a:pt x="6465239" y="0"/>
                </a:lnTo>
                <a:close/>
              </a:path>
            </a:pathLst>
          </a:custGeom>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8" name="Rectangle 27">
            <a:extLst>
              <a:ext uri="{FF2B5EF4-FFF2-40B4-BE49-F238E27FC236}">
                <a16:creationId xmlns:a16="http://schemas.microsoft.com/office/drawing/2014/main" id="{F98810A7-E114-447A-A7D6-69B27CFB565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a:lstStyle/>
          <a:p>
            <a:endParaRPr lang="en-GB"/>
          </a:p>
        </p:txBody>
      </p:sp>
      <p:pic>
        <p:nvPicPr>
          <p:cNvPr id="5" name="Content Placeholder 4">
            <a:extLst>
              <a:ext uri="{FF2B5EF4-FFF2-40B4-BE49-F238E27FC236}">
                <a16:creationId xmlns:a16="http://schemas.microsoft.com/office/drawing/2014/main" id="{1990E1BC-F32F-CBCB-7740-439CBCA104F7}"/>
              </a:ext>
            </a:extLst>
          </p:cNvPr>
          <p:cNvPicPr>
            <a:picLocks noGrp="1" noChangeAspect="1"/>
          </p:cNvPicPr>
          <p:nvPr>
            <p:ph idx="1"/>
          </p:nvPr>
        </p:nvPicPr>
        <p:blipFill>
          <a:blip r:embed="rId6">
            <a:extLst>
              <a:ext uri="{28A0092B-C50C-407E-A947-70E740481C1C}">
                <a14:useLocalDpi xmlns:a14="http://schemas.microsoft.com/office/drawing/2010/main" val="0"/>
              </a:ext>
            </a:extLst>
          </a:blip>
          <a:stretch>
            <a:fillRect/>
          </a:stretch>
        </p:blipFill>
        <p:spPr>
          <a:xfrm>
            <a:off x="217929" y="794749"/>
            <a:ext cx="7032553" cy="5994400"/>
          </a:xfrm>
          <a:prstGeom prst="rect">
            <a:avLst/>
          </a:prstGeom>
          <a:effectLst/>
        </p:spPr>
      </p:pic>
    </p:spTree>
    <p:extLst>
      <p:ext uri="{BB962C8B-B14F-4D97-AF65-F5344CB8AC3E}">
        <p14:creationId xmlns:p14="http://schemas.microsoft.com/office/powerpoint/2010/main" val="3835107358"/>
      </p:ext>
    </p:extLst>
  </p:cSld>
  <p:clrMapOvr>
    <a:overrideClrMapping bg1="lt1" tx1="dk1" bg2="lt2" tx2="dk2" accent1="accent1" accent2="accent2" accent3="accent3" accent4="accent4" accent5="accent5" accent6="accent6" hlink="hlink" folHlink="folHlink"/>
  </p:clrMapOvr>
</p:sld>
</file>

<file path=ppt/slides/slide7.xml><?xml version="1.0" encoding="utf-8"?>
<p:sld xmlns:a="http://schemas.openxmlformats.org/drawingml/2006/main" xmlns:r="http://schemas.openxmlformats.org/officeDocument/2006/relationships" xmlns:p="http://schemas.openxmlformats.org/presentationml/2006/main">
  <p:cSld>
    <p:bg>
      <p:bgPr>
        <a:blipFill rotWithShape="1">
          <a:blip r:embed="rId2">
            <a:duotone>
              <a:schemeClr val="bg2">
                <a:shade val="69000"/>
                <a:hueMod val="108000"/>
                <a:satMod val="164000"/>
                <a:lumMod val="74000"/>
              </a:schemeClr>
              <a:schemeClr val="bg2">
                <a:tint val="96000"/>
                <a:hueMod val="88000"/>
                <a:satMod val="140000"/>
                <a:lumMod val="132000"/>
              </a:schemeClr>
            </a:duotone>
          </a:blip>
          <a:stretch/>
        </a:blipFill>
        <a:effectLst/>
      </p:bgPr>
    </p:bg>
    <p:spTree>
      <p:nvGrpSpPr>
        <p:cNvPr id="1" name=""/>
        <p:cNvGrpSpPr/>
        <p:nvPr/>
      </p:nvGrpSpPr>
      <p:grpSpPr>
        <a:xfrm>
          <a:off x="0" y="0"/>
          <a:ext cx="0" cy="0"/>
          <a:chOff x="0" y="0"/>
          <a:chExt cx="0" cy="0"/>
        </a:xfrm>
      </p:grpSpPr>
      <p:pic>
        <p:nvPicPr>
          <p:cNvPr id="71" name="Picture 70">
            <a:extLst>
              <a:ext uri="{FF2B5EF4-FFF2-40B4-BE49-F238E27FC236}">
                <a16:creationId xmlns:a16="http://schemas.microsoft.com/office/drawing/2014/main" id="{412E3267-7ABE-412B-8580-47EC0D1F61FE}"/>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3">
            <a:extLst>
              <a:ext uri="{28A0092B-C50C-407E-A947-70E740481C1C}">
                <a14:useLocalDpi xmlns:a14="http://schemas.microsoft.com/office/drawing/2010/main" val="0"/>
              </a:ext>
            </a:extLst>
          </a:blip>
          <a:srcRect l="3613"/>
          <a:stretch/>
        </p:blipFill>
        <p:spPr>
          <a:xfrm>
            <a:off x="0" y="2669685"/>
            <a:ext cx="4037012" cy="4188315"/>
          </a:xfrm>
          <a:prstGeom prst="rect">
            <a:avLst/>
          </a:prstGeom>
        </p:spPr>
      </p:pic>
      <p:pic>
        <p:nvPicPr>
          <p:cNvPr id="73" name="Picture 72">
            <a:extLst>
              <a:ext uri="{FF2B5EF4-FFF2-40B4-BE49-F238E27FC236}">
                <a16:creationId xmlns:a16="http://schemas.microsoft.com/office/drawing/2014/main" id="{20B62C5A-2250-4380-AB23-DB87446CCED0}"/>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4">
            <a:extLst>
              <a:ext uri="{28A0092B-C50C-407E-A947-70E740481C1C}">
                <a14:useLocalDpi xmlns:a14="http://schemas.microsoft.com/office/drawing/2010/main" val="0"/>
              </a:ext>
            </a:extLst>
          </a:blip>
          <a:srcRect l="35640"/>
          <a:stretch/>
        </p:blipFill>
        <p:spPr>
          <a:xfrm>
            <a:off x="0" y="2892347"/>
            <a:ext cx="1522412" cy="2365453"/>
          </a:xfrm>
          <a:prstGeom prst="rect">
            <a:avLst/>
          </a:prstGeom>
        </p:spPr>
      </p:pic>
      <p:sp>
        <p:nvSpPr>
          <p:cNvPr id="75" name="Oval 74">
            <a:extLst>
              <a:ext uri="{FF2B5EF4-FFF2-40B4-BE49-F238E27FC236}">
                <a16:creationId xmlns:a16="http://schemas.microsoft.com/office/drawing/2014/main" id="{D42CF425-7213-4F89-B0FF-4C2BDDD9C68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609012" y="1676400"/>
            <a:ext cx="2819400" cy="2819400"/>
          </a:xfrm>
          <a:prstGeom prst="ellipse">
            <a:avLst/>
          </a:prstGeom>
          <a:gradFill flip="none" rotWithShape="1">
            <a:gsLst>
              <a:gs pos="0">
                <a:schemeClr val="bg2">
                  <a:lumMod val="60000"/>
                  <a:lumOff val="40000"/>
                  <a:alpha val="7000"/>
                </a:schemeClr>
              </a:gs>
              <a:gs pos="69000">
                <a:schemeClr val="bg2">
                  <a:lumMod val="60000"/>
                  <a:lumOff val="40000"/>
                  <a:alpha val="0"/>
                </a:schemeClr>
              </a:gs>
              <a:gs pos="36000">
                <a:schemeClr val="bg2">
                  <a:lumMod val="60000"/>
                  <a:lumOff val="40000"/>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GB"/>
          </a:p>
        </p:txBody>
      </p:sp>
      <p:pic>
        <p:nvPicPr>
          <p:cNvPr id="77" name="Picture 76">
            <a:extLst>
              <a:ext uri="{FF2B5EF4-FFF2-40B4-BE49-F238E27FC236}">
                <a16:creationId xmlns:a16="http://schemas.microsoft.com/office/drawing/2014/main" id="{D35DA97D-88F8-4249-B650-4FC9FD50A382}"/>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5">
            <a:extLst>
              <a:ext uri="{28A0092B-C50C-407E-A947-70E740481C1C}">
                <a14:useLocalDpi xmlns:a14="http://schemas.microsoft.com/office/drawing/2010/main" val="0"/>
              </a:ext>
            </a:extLst>
          </a:blip>
          <a:srcRect t="28813"/>
          <a:stretch/>
        </p:blipFill>
        <p:spPr>
          <a:xfrm>
            <a:off x="7999412" y="0"/>
            <a:ext cx="1603387" cy="1141407"/>
          </a:xfrm>
          <a:prstGeom prst="rect">
            <a:avLst/>
          </a:prstGeom>
        </p:spPr>
      </p:pic>
      <p:pic>
        <p:nvPicPr>
          <p:cNvPr id="79" name="Picture 78">
            <a:extLst>
              <a:ext uri="{FF2B5EF4-FFF2-40B4-BE49-F238E27FC236}">
                <a16:creationId xmlns:a16="http://schemas.microsoft.com/office/drawing/2014/main" id="{43F38673-6E30-4BAE-AC67-0B283EBF4291}"/>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6">
            <a:extLst>
              <a:ext uri="{28A0092B-C50C-407E-A947-70E740481C1C}">
                <a14:useLocalDpi xmlns:a14="http://schemas.microsoft.com/office/drawing/2010/main" val="0"/>
              </a:ext>
            </a:extLst>
          </a:blip>
          <a:srcRect b="23320"/>
          <a:stretch/>
        </p:blipFill>
        <p:spPr>
          <a:xfrm>
            <a:off x="8605878" y="6096000"/>
            <a:ext cx="993734" cy="762000"/>
          </a:xfrm>
          <a:prstGeom prst="rect">
            <a:avLst/>
          </a:prstGeom>
        </p:spPr>
      </p:pic>
      <p:sp>
        <p:nvSpPr>
          <p:cNvPr id="81" name="Rectangle 80">
            <a:extLst>
              <a:ext uri="{FF2B5EF4-FFF2-40B4-BE49-F238E27FC236}">
                <a16:creationId xmlns:a16="http://schemas.microsoft.com/office/drawing/2014/main" id="{202A25CB-1ED1-4C87-AB49-8D3BC684D1C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a:lstStyle/>
          <a:p>
            <a:endParaRPr lang="en-GB"/>
          </a:p>
        </p:txBody>
      </p:sp>
      <p:sp>
        <p:nvSpPr>
          <p:cNvPr id="2" name="Title 1">
            <a:extLst>
              <a:ext uri="{FF2B5EF4-FFF2-40B4-BE49-F238E27FC236}">
                <a16:creationId xmlns:a16="http://schemas.microsoft.com/office/drawing/2014/main" id="{BA109FBE-5244-D06B-31F9-1F90D6597A69}"/>
              </a:ext>
            </a:extLst>
          </p:cNvPr>
          <p:cNvSpPr>
            <a:spLocks noGrp="1"/>
          </p:cNvSpPr>
          <p:nvPr>
            <p:ph type="title"/>
          </p:nvPr>
        </p:nvSpPr>
        <p:spPr>
          <a:xfrm>
            <a:off x="5944358" y="1447800"/>
            <a:ext cx="5599942" cy="3096987"/>
          </a:xfrm>
        </p:spPr>
        <p:txBody>
          <a:bodyPr vert="horz" lIns="91440" tIns="45720" rIns="91440" bIns="45720" rtlCol="0" anchor="b">
            <a:normAutofit/>
          </a:bodyPr>
          <a:lstStyle/>
          <a:p>
            <a:r>
              <a:rPr lang="en-US" sz="6600"/>
              <a:t>Model Selection</a:t>
            </a:r>
          </a:p>
        </p:txBody>
      </p:sp>
      <p:sp>
        <p:nvSpPr>
          <p:cNvPr id="83" name="Freeform: Shape 82">
            <a:extLst>
              <a:ext uri="{FF2B5EF4-FFF2-40B4-BE49-F238E27FC236}">
                <a16:creationId xmlns:a16="http://schemas.microsoft.com/office/drawing/2014/main" id="{66B2C98D-E0D9-4FE3-8E42-4547B8D27FF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gray">
          <a:xfrm rot="5400000" flipH="1">
            <a:off x="-659120" y="659121"/>
            <a:ext cx="6858001" cy="5539756"/>
          </a:xfrm>
          <a:custGeom>
            <a:avLst/>
            <a:gdLst>
              <a:gd name="connsiteX0" fmla="*/ 6858001 w 6858001"/>
              <a:gd name="connsiteY0" fmla="*/ 1344715 h 5539756"/>
              <a:gd name="connsiteX1" fmla="*/ 6858001 w 6858001"/>
              <a:gd name="connsiteY1" fmla="*/ 1177 h 5539756"/>
              <a:gd name="connsiteX2" fmla="*/ 6702324 w 6858001"/>
              <a:gd name="connsiteY2" fmla="*/ 26222 h 5539756"/>
              <a:gd name="connsiteX3" fmla="*/ 6547333 w 6858001"/>
              <a:gd name="connsiteY3" fmla="*/ 50091 h 5539756"/>
              <a:gd name="connsiteX4" fmla="*/ 6391657 w 6858001"/>
              <a:gd name="connsiteY4" fmla="*/ 73455 h 5539756"/>
              <a:gd name="connsiteX5" fmla="*/ 6235294 w 6858001"/>
              <a:gd name="connsiteY5" fmla="*/ 93458 h 5539756"/>
              <a:gd name="connsiteX6" fmla="*/ 6079618 w 6858001"/>
              <a:gd name="connsiteY6" fmla="*/ 113629 h 5539756"/>
              <a:gd name="connsiteX7" fmla="*/ 5923255 w 6858001"/>
              <a:gd name="connsiteY7" fmla="*/ 132455 h 5539756"/>
              <a:gd name="connsiteX8" fmla="*/ 5768950 w 6858001"/>
              <a:gd name="connsiteY8" fmla="*/ 148591 h 5539756"/>
              <a:gd name="connsiteX9" fmla="*/ 5612588 w 6858001"/>
              <a:gd name="connsiteY9" fmla="*/ 163887 h 5539756"/>
              <a:gd name="connsiteX10" fmla="*/ 5456911 w 6858001"/>
              <a:gd name="connsiteY10" fmla="*/ 177839 h 5539756"/>
              <a:gd name="connsiteX11" fmla="*/ 5303978 w 6858001"/>
              <a:gd name="connsiteY11" fmla="*/ 189941 h 5539756"/>
              <a:gd name="connsiteX12" fmla="*/ 5148987 w 6858001"/>
              <a:gd name="connsiteY12" fmla="*/ 202044 h 5539756"/>
              <a:gd name="connsiteX13" fmla="*/ 4996054 w 6858001"/>
              <a:gd name="connsiteY13" fmla="*/ 212129 h 5539756"/>
              <a:gd name="connsiteX14" fmla="*/ 4843120 w 6858001"/>
              <a:gd name="connsiteY14" fmla="*/ 220029 h 5539756"/>
              <a:gd name="connsiteX15" fmla="*/ 4690873 w 6858001"/>
              <a:gd name="connsiteY15" fmla="*/ 228266 h 5539756"/>
              <a:gd name="connsiteX16" fmla="*/ 4539997 w 6858001"/>
              <a:gd name="connsiteY16" fmla="*/ 235157 h 5539756"/>
              <a:gd name="connsiteX17" fmla="*/ 4390492 w 6858001"/>
              <a:gd name="connsiteY17" fmla="*/ 240032 h 5539756"/>
              <a:gd name="connsiteX18" fmla="*/ 4240988 w 6858001"/>
              <a:gd name="connsiteY18" fmla="*/ 244234 h 5539756"/>
              <a:gd name="connsiteX19" fmla="*/ 4092855 w 6858001"/>
              <a:gd name="connsiteY19" fmla="*/ 248268 h 5539756"/>
              <a:gd name="connsiteX20" fmla="*/ 3946780 w 6858001"/>
              <a:gd name="connsiteY20" fmla="*/ 250117 h 5539756"/>
              <a:gd name="connsiteX21" fmla="*/ 3800704 w 6858001"/>
              <a:gd name="connsiteY21" fmla="*/ 252134 h 5539756"/>
              <a:gd name="connsiteX22" fmla="*/ 3656686 w 6858001"/>
              <a:gd name="connsiteY22" fmla="*/ 253143 h 5539756"/>
              <a:gd name="connsiteX23" fmla="*/ 3514040 w 6858001"/>
              <a:gd name="connsiteY23" fmla="*/ 252134 h 5539756"/>
              <a:gd name="connsiteX24" fmla="*/ 3372765 w 6858001"/>
              <a:gd name="connsiteY24" fmla="*/ 252134 h 5539756"/>
              <a:gd name="connsiteX25" fmla="*/ 3232862 w 6858001"/>
              <a:gd name="connsiteY25" fmla="*/ 250117 h 5539756"/>
              <a:gd name="connsiteX26" fmla="*/ 3095702 w 6858001"/>
              <a:gd name="connsiteY26" fmla="*/ 247092 h 5539756"/>
              <a:gd name="connsiteX27" fmla="*/ 2959914 w 6858001"/>
              <a:gd name="connsiteY27" fmla="*/ 244234 h 5539756"/>
              <a:gd name="connsiteX28" fmla="*/ 2826868 w 6858001"/>
              <a:gd name="connsiteY28" fmla="*/ 241040 h 5539756"/>
              <a:gd name="connsiteX29" fmla="*/ 2694509 w 6858001"/>
              <a:gd name="connsiteY29" fmla="*/ 236166 h 5539756"/>
              <a:gd name="connsiteX30" fmla="*/ 2564208 w 6858001"/>
              <a:gd name="connsiteY30" fmla="*/ 230955 h 5539756"/>
              <a:gd name="connsiteX31" fmla="*/ 2436649 w 6858001"/>
              <a:gd name="connsiteY31" fmla="*/ 226249 h 5539756"/>
              <a:gd name="connsiteX32" fmla="*/ 2187703 w 6858001"/>
              <a:gd name="connsiteY32" fmla="*/ 212969 h 5539756"/>
              <a:gd name="connsiteX33" fmla="*/ 1949045 w 6858001"/>
              <a:gd name="connsiteY33" fmla="*/ 198850 h 5539756"/>
              <a:gd name="connsiteX34" fmla="*/ 1719988 w 6858001"/>
              <a:gd name="connsiteY34" fmla="*/ 184058 h 5539756"/>
              <a:gd name="connsiteX35" fmla="*/ 1503275 w 6858001"/>
              <a:gd name="connsiteY35" fmla="*/ 167753 h 5539756"/>
              <a:gd name="connsiteX36" fmla="*/ 1296163 w 6858001"/>
              <a:gd name="connsiteY36" fmla="*/ 150776 h 5539756"/>
              <a:gd name="connsiteX37" fmla="*/ 1104139 w 6858001"/>
              <a:gd name="connsiteY37" fmla="*/ 132455 h 5539756"/>
              <a:gd name="connsiteX38" fmla="*/ 923774 w 6858001"/>
              <a:gd name="connsiteY38" fmla="*/ 114469 h 5539756"/>
              <a:gd name="connsiteX39" fmla="*/ 757810 w 6858001"/>
              <a:gd name="connsiteY39" fmla="*/ 96484 h 5539756"/>
              <a:gd name="connsiteX40" fmla="*/ 605563 w 6858001"/>
              <a:gd name="connsiteY40" fmla="*/ 79507 h 5539756"/>
              <a:gd name="connsiteX41" fmla="*/ 470460 w 6858001"/>
              <a:gd name="connsiteY41" fmla="*/ 63370 h 5539756"/>
              <a:gd name="connsiteX42" fmla="*/ 348388 w 6858001"/>
              <a:gd name="connsiteY42" fmla="*/ 48074 h 5539756"/>
              <a:gd name="connsiteX43" fmla="*/ 245518 w 6858001"/>
              <a:gd name="connsiteY43" fmla="*/ 35299 h 5539756"/>
              <a:gd name="connsiteX44" fmla="*/ 159107 w 6858001"/>
              <a:gd name="connsiteY44" fmla="*/ 23197 h 5539756"/>
              <a:gd name="connsiteX45" fmla="*/ 40463 w 6858001"/>
              <a:gd name="connsiteY45" fmla="*/ 5883 h 5539756"/>
              <a:gd name="connsiteX46" fmla="*/ 1 w 6858001"/>
              <a:gd name="connsiteY46" fmla="*/ 0 h 5539756"/>
              <a:gd name="connsiteX47" fmla="*/ 1 w 6858001"/>
              <a:gd name="connsiteY47" fmla="*/ 905405 h 5539756"/>
              <a:gd name="connsiteX48" fmla="*/ 0 w 6858001"/>
              <a:gd name="connsiteY48" fmla="*/ 905405 h 5539756"/>
              <a:gd name="connsiteX49" fmla="*/ 0 w 6858001"/>
              <a:gd name="connsiteY49" fmla="*/ 5539756 h 5539756"/>
              <a:gd name="connsiteX50" fmla="*/ 6858000 w 6858001"/>
              <a:gd name="connsiteY50" fmla="*/ 5539756 h 5539756"/>
              <a:gd name="connsiteX51" fmla="*/ 6858000 w 6858001"/>
              <a:gd name="connsiteY51" fmla="*/ 1344715 h 55397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Lst>
            <a:rect l="l" t="t" r="r" b="b"/>
            <a:pathLst>
              <a:path w="6858001" h="5539756">
                <a:moveTo>
                  <a:pt x="6858001" y="1344715"/>
                </a:moveTo>
                <a:lnTo>
                  <a:pt x="6858001" y="1177"/>
                </a:lnTo>
                <a:lnTo>
                  <a:pt x="6702324" y="26222"/>
                </a:lnTo>
                <a:lnTo>
                  <a:pt x="6547333" y="50091"/>
                </a:lnTo>
                <a:lnTo>
                  <a:pt x="6391657" y="73455"/>
                </a:lnTo>
                <a:lnTo>
                  <a:pt x="6235294" y="93458"/>
                </a:lnTo>
                <a:lnTo>
                  <a:pt x="6079618" y="113629"/>
                </a:lnTo>
                <a:lnTo>
                  <a:pt x="5923255" y="132455"/>
                </a:lnTo>
                <a:lnTo>
                  <a:pt x="5768950" y="148591"/>
                </a:lnTo>
                <a:lnTo>
                  <a:pt x="5612588" y="163887"/>
                </a:lnTo>
                <a:lnTo>
                  <a:pt x="5456911" y="177839"/>
                </a:lnTo>
                <a:lnTo>
                  <a:pt x="5303978" y="189941"/>
                </a:lnTo>
                <a:lnTo>
                  <a:pt x="5148987" y="202044"/>
                </a:lnTo>
                <a:lnTo>
                  <a:pt x="4996054" y="212129"/>
                </a:lnTo>
                <a:lnTo>
                  <a:pt x="4843120" y="220029"/>
                </a:lnTo>
                <a:lnTo>
                  <a:pt x="4690873" y="228266"/>
                </a:lnTo>
                <a:lnTo>
                  <a:pt x="4539997" y="235157"/>
                </a:lnTo>
                <a:lnTo>
                  <a:pt x="4390492" y="240032"/>
                </a:lnTo>
                <a:lnTo>
                  <a:pt x="4240988" y="244234"/>
                </a:lnTo>
                <a:lnTo>
                  <a:pt x="4092855" y="248268"/>
                </a:lnTo>
                <a:lnTo>
                  <a:pt x="3946780" y="250117"/>
                </a:lnTo>
                <a:lnTo>
                  <a:pt x="3800704" y="252134"/>
                </a:lnTo>
                <a:lnTo>
                  <a:pt x="3656686" y="253143"/>
                </a:lnTo>
                <a:lnTo>
                  <a:pt x="3514040" y="252134"/>
                </a:lnTo>
                <a:lnTo>
                  <a:pt x="3372765" y="252134"/>
                </a:lnTo>
                <a:lnTo>
                  <a:pt x="3232862" y="250117"/>
                </a:lnTo>
                <a:lnTo>
                  <a:pt x="3095702" y="247092"/>
                </a:lnTo>
                <a:lnTo>
                  <a:pt x="2959914" y="244234"/>
                </a:lnTo>
                <a:lnTo>
                  <a:pt x="2826868" y="241040"/>
                </a:lnTo>
                <a:lnTo>
                  <a:pt x="2694509" y="236166"/>
                </a:lnTo>
                <a:lnTo>
                  <a:pt x="2564208" y="230955"/>
                </a:lnTo>
                <a:lnTo>
                  <a:pt x="2436649" y="226249"/>
                </a:lnTo>
                <a:lnTo>
                  <a:pt x="2187703" y="212969"/>
                </a:lnTo>
                <a:lnTo>
                  <a:pt x="1949045" y="198850"/>
                </a:lnTo>
                <a:lnTo>
                  <a:pt x="1719988" y="184058"/>
                </a:lnTo>
                <a:lnTo>
                  <a:pt x="1503275" y="167753"/>
                </a:lnTo>
                <a:lnTo>
                  <a:pt x="1296163" y="150776"/>
                </a:lnTo>
                <a:lnTo>
                  <a:pt x="1104139" y="132455"/>
                </a:lnTo>
                <a:lnTo>
                  <a:pt x="923774" y="114469"/>
                </a:lnTo>
                <a:lnTo>
                  <a:pt x="757810" y="96484"/>
                </a:lnTo>
                <a:lnTo>
                  <a:pt x="605563" y="79507"/>
                </a:lnTo>
                <a:lnTo>
                  <a:pt x="470460" y="63370"/>
                </a:lnTo>
                <a:lnTo>
                  <a:pt x="348388" y="48074"/>
                </a:lnTo>
                <a:lnTo>
                  <a:pt x="245518" y="35299"/>
                </a:lnTo>
                <a:lnTo>
                  <a:pt x="159107" y="23197"/>
                </a:lnTo>
                <a:lnTo>
                  <a:pt x="40463" y="5883"/>
                </a:lnTo>
                <a:lnTo>
                  <a:pt x="1" y="0"/>
                </a:lnTo>
                <a:lnTo>
                  <a:pt x="1" y="905405"/>
                </a:lnTo>
                <a:lnTo>
                  <a:pt x="0" y="905405"/>
                </a:lnTo>
                <a:lnTo>
                  <a:pt x="0" y="5539756"/>
                </a:lnTo>
                <a:lnTo>
                  <a:pt x="6858000" y="5539756"/>
                </a:lnTo>
                <a:lnTo>
                  <a:pt x="6858000" y="1344715"/>
                </a:lnTo>
                <a:close/>
              </a:path>
            </a:pathLst>
          </a:custGeom>
          <a:solidFill>
            <a:srgbClr val="FFFFFF"/>
          </a:solidFill>
          <a:ln>
            <a:noFill/>
          </a:ln>
        </p:spPr>
        <p:txBody>
          <a:bodyPr/>
          <a:lstStyle/>
          <a:p>
            <a:endParaRPr lang="en-GB"/>
          </a:p>
        </p:txBody>
      </p:sp>
      <p:pic>
        <p:nvPicPr>
          <p:cNvPr id="6" name="Picture 5">
            <a:extLst>
              <a:ext uri="{FF2B5EF4-FFF2-40B4-BE49-F238E27FC236}">
                <a16:creationId xmlns:a16="http://schemas.microsoft.com/office/drawing/2014/main" id="{CC97DFCF-847E-106D-B1B8-ECCC1A329C3B}"/>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508630" y="1993577"/>
            <a:ext cx="4170995" cy="3242949"/>
          </a:xfrm>
          <a:prstGeom prst="rect">
            <a:avLst/>
          </a:prstGeom>
          <a:effectLst/>
        </p:spPr>
      </p:pic>
      <p:sp>
        <p:nvSpPr>
          <p:cNvPr id="85" name="Freeform 27">
            <a:extLst>
              <a:ext uri="{FF2B5EF4-FFF2-40B4-BE49-F238E27FC236}">
                <a16:creationId xmlns:a16="http://schemas.microsoft.com/office/drawing/2014/main" id="{0258BAE0-E019-4635-94F1-D65C71B155F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5193485" y="-1"/>
            <a:ext cx="559472" cy="3709642"/>
          </a:xfrm>
          <a:custGeom>
            <a:avLst/>
            <a:gdLst>
              <a:gd name="connsiteX0" fmla="*/ 0 w 559472"/>
              <a:gd name="connsiteY0" fmla="*/ 0 h 3709642"/>
              <a:gd name="connsiteX1" fmla="*/ 473952 w 559472"/>
              <a:gd name="connsiteY1" fmla="*/ 0 h 3709642"/>
              <a:gd name="connsiteX2" fmla="*/ 485840 w 559472"/>
              <a:gd name="connsiteY2" fmla="*/ 161194 h 3709642"/>
              <a:gd name="connsiteX3" fmla="*/ 523949 w 559472"/>
              <a:gd name="connsiteY3" fmla="*/ 3672197 h 3709642"/>
              <a:gd name="connsiteX4" fmla="*/ 454748 w 559472"/>
              <a:gd name="connsiteY4" fmla="*/ 3709642 h 3709642"/>
              <a:gd name="connsiteX5" fmla="*/ 448224 w 559472"/>
              <a:gd name="connsiteY5" fmla="*/ 3510471 h 3709642"/>
              <a:gd name="connsiteX6" fmla="*/ 443564 w 559472"/>
              <a:gd name="connsiteY6" fmla="*/ 3408563 h 3709642"/>
              <a:gd name="connsiteX7" fmla="*/ 438902 w 559472"/>
              <a:gd name="connsiteY7" fmla="*/ 3304407 h 3709642"/>
              <a:gd name="connsiteX8" fmla="*/ 433941 w 559472"/>
              <a:gd name="connsiteY8" fmla="*/ 3198777 h 3709642"/>
              <a:gd name="connsiteX9" fmla="*/ 427584 w 559472"/>
              <a:gd name="connsiteY9" fmla="*/ 3092510 h 3709642"/>
              <a:gd name="connsiteX10" fmla="*/ 420988 w 559472"/>
              <a:gd name="connsiteY10" fmla="*/ 2984390 h 3709642"/>
              <a:gd name="connsiteX11" fmla="*/ 414330 w 559472"/>
              <a:gd name="connsiteY11" fmla="*/ 2874401 h 3709642"/>
              <a:gd name="connsiteX12" fmla="*/ 406840 w 559472"/>
              <a:gd name="connsiteY12" fmla="*/ 2762980 h 3709642"/>
              <a:gd name="connsiteX13" fmla="*/ 397745 w 559472"/>
              <a:gd name="connsiteY13" fmla="*/ 2650566 h 3709642"/>
              <a:gd name="connsiteX14" fmla="*/ 389154 w 559472"/>
              <a:gd name="connsiteY14" fmla="*/ 2536612 h 3709642"/>
              <a:gd name="connsiteX15" fmla="*/ 379225 w 559472"/>
              <a:gd name="connsiteY15" fmla="*/ 2421642 h 3709642"/>
              <a:gd name="connsiteX16" fmla="*/ 368316 w 559472"/>
              <a:gd name="connsiteY16" fmla="*/ 2305627 h 3709642"/>
              <a:gd name="connsiteX17" fmla="*/ 357466 w 559472"/>
              <a:gd name="connsiteY17" fmla="*/ 2189233 h 3709642"/>
              <a:gd name="connsiteX18" fmla="*/ 344982 w 559472"/>
              <a:gd name="connsiteY18" fmla="*/ 2071473 h 3709642"/>
              <a:gd name="connsiteX19" fmla="*/ 332466 w 559472"/>
              <a:gd name="connsiteY19" fmla="*/ 1952216 h 3709642"/>
              <a:gd name="connsiteX20" fmla="*/ 319121 w 559472"/>
              <a:gd name="connsiteY20" fmla="*/ 1833776 h 3709642"/>
              <a:gd name="connsiteX21" fmla="*/ 304408 w 559472"/>
              <a:gd name="connsiteY21" fmla="*/ 1713948 h 3709642"/>
              <a:gd name="connsiteX22" fmla="*/ 288685 w 559472"/>
              <a:gd name="connsiteY22" fmla="*/ 1592703 h 3709642"/>
              <a:gd name="connsiteX23" fmla="*/ 273050 w 559472"/>
              <a:gd name="connsiteY23" fmla="*/ 1471451 h 3709642"/>
              <a:gd name="connsiteX24" fmla="*/ 255813 w 559472"/>
              <a:gd name="connsiteY24" fmla="*/ 1350328 h 3709642"/>
              <a:gd name="connsiteX25" fmla="*/ 237060 w 559472"/>
              <a:gd name="connsiteY25" fmla="*/ 1227080 h 3709642"/>
              <a:gd name="connsiteX26" fmla="*/ 218488 w 559472"/>
              <a:gd name="connsiteY26" fmla="*/ 1106065 h 3709642"/>
              <a:gd name="connsiteX27" fmla="*/ 198221 w 559472"/>
              <a:gd name="connsiteY27" fmla="*/ 982940 h 3709642"/>
              <a:gd name="connsiteX28" fmla="*/ 177152 w 559472"/>
              <a:gd name="connsiteY28" fmla="*/ 858755 h 3709642"/>
              <a:gd name="connsiteX29" fmla="*/ 155551 w 559472"/>
              <a:gd name="connsiteY29" fmla="*/ 736861 h 3709642"/>
              <a:gd name="connsiteX30" fmla="*/ 131782 w 559472"/>
              <a:gd name="connsiteY30" fmla="*/ 613645 h 3709642"/>
              <a:gd name="connsiteX31" fmla="*/ 107123 w 559472"/>
              <a:gd name="connsiteY31" fmla="*/ 490500 h 3709642"/>
              <a:gd name="connsiteX32" fmla="*/ 82552 w 559472"/>
              <a:gd name="connsiteY32" fmla="*/ 367348 h 3709642"/>
              <a:gd name="connsiteX33" fmla="*/ 55608 w 559472"/>
              <a:gd name="connsiteY33" fmla="*/ 244762 h 3709642"/>
              <a:gd name="connsiteX34" fmla="*/ 28130 w 559472"/>
              <a:gd name="connsiteY34" fmla="*/ 122220 h 3709642"/>
              <a:gd name="connsiteX35" fmla="*/ 0 w 559472"/>
              <a:gd name="connsiteY35" fmla="*/ 0 h 37096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559472" h="3709642">
                <a:moveTo>
                  <a:pt x="0" y="0"/>
                </a:moveTo>
                <a:lnTo>
                  <a:pt x="473952" y="0"/>
                </a:lnTo>
                <a:lnTo>
                  <a:pt x="485840" y="161194"/>
                </a:lnTo>
                <a:cubicBezTo>
                  <a:pt x="552063" y="1147770"/>
                  <a:pt x="592441" y="3086737"/>
                  <a:pt x="523949" y="3672197"/>
                </a:cubicBezTo>
                <a:cubicBezTo>
                  <a:pt x="500842" y="3684557"/>
                  <a:pt x="477855" y="3697282"/>
                  <a:pt x="454748" y="3709642"/>
                </a:cubicBezTo>
                <a:lnTo>
                  <a:pt x="448224" y="3510471"/>
                </a:lnTo>
                <a:lnTo>
                  <a:pt x="443564" y="3408563"/>
                </a:lnTo>
                <a:lnTo>
                  <a:pt x="438902" y="3304407"/>
                </a:lnTo>
                <a:lnTo>
                  <a:pt x="433941" y="3198777"/>
                </a:lnTo>
                <a:lnTo>
                  <a:pt x="427584" y="3092510"/>
                </a:lnTo>
                <a:lnTo>
                  <a:pt x="420988" y="2984390"/>
                </a:lnTo>
                <a:lnTo>
                  <a:pt x="414330" y="2874401"/>
                </a:lnTo>
                <a:lnTo>
                  <a:pt x="406840" y="2762980"/>
                </a:lnTo>
                <a:lnTo>
                  <a:pt x="397745" y="2650566"/>
                </a:lnTo>
                <a:lnTo>
                  <a:pt x="389154" y="2536612"/>
                </a:lnTo>
                <a:lnTo>
                  <a:pt x="379225" y="2421642"/>
                </a:lnTo>
                <a:lnTo>
                  <a:pt x="368316" y="2305627"/>
                </a:lnTo>
                <a:lnTo>
                  <a:pt x="357466" y="2189233"/>
                </a:lnTo>
                <a:lnTo>
                  <a:pt x="344982" y="2071473"/>
                </a:lnTo>
                <a:lnTo>
                  <a:pt x="332466" y="1952216"/>
                </a:lnTo>
                <a:lnTo>
                  <a:pt x="319121" y="1833776"/>
                </a:lnTo>
                <a:lnTo>
                  <a:pt x="304408" y="1713948"/>
                </a:lnTo>
                <a:lnTo>
                  <a:pt x="288685" y="1592703"/>
                </a:lnTo>
                <a:lnTo>
                  <a:pt x="273050" y="1471451"/>
                </a:lnTo>
                <a:lnTo>
                  <a:pt x="255813" y="1350328"/>
                </a:lnTo>
                <a:lnTo>
                  <a:pt x="237060" y="1227080"/>
                </a:lnTo>
                <a:lnTo>
                  <a:pt x="218488" y="1106065"/>
                </a:lnTo>
                <a:lnTo>
                  <a:pt x="198221" y="982940"/>
                </a:lnTo>
                <a:lnTo>
                  <a:pt x="177152" y="858755"/>
                </a:lnTo>
                <a:lnTo>
                  <a:pt x="155551" y="736861"/>
                </a:lnTo>
                <a:lnTo>
                  <a:pt x="131782" y="613645"/>
                </a:lnTo>
                <a:lnTo>
                  <a:pt x="107123" y="490500"/>
                </a:lnTo>
                <a:lnTo>
                  <a:pt x="82552" y="367348"/>
                </a:lnTo>
                <a:lnTo>
                  <a:pt x="55608" y="244762"/>
                </a:lnTo>
                <a:lnTo>
                  <a:pt x="28130" y="122220"/>
                </a:lnTo>
                <a:lnTo>
                  <a:pt x="0" y="0"/>
                </a:lnTo>
                <a:close/>
              </a:path>
            </a:pathLst>
          </a:custGeom>
          <a:solidFill>
            <a:schemeClr val="tx1">
              <a:alpha val="20000"/>
            </a:schemeClr>
          </a:solidFill>
          <a:ln>
            <a:noFill/>
          </a:ln>
        </p:spPr>
        <p:txBody>
          <a:bodyPr rtlCol="0" anchor="ctr"/>
          <a:lstStyle/>
          <a:p>
            <a:pPr algn="ctr"/>
            <a:endParaRPr lang="en-US"/>
          </a:p>
        </p:txBody>
      </p:sp>
      <p:sp>
        <p:nvSpPr>
          <p:cNvPr id="7" name="Title 1">
            <a:extLst>
              <a:ext uri="{FF2B5EF4-FFF2-40B4-BE49-F238E27FC236}">
                <a16:creationId xmlns:a16="http://schemas.microsoft.com/office/drawing/2014/main" id="{344F9597-92CA-7203-F7B9-DBCE5B0AC08B}"/>
              </a:ext>
            </a:extLst>
          </p:cNvPr>
          <p:cNvSpPr txBox="1">
            <a:spLocks/>
          </p:cNvSpPr>
          <p:nvPr/>
        </p:nvSpPr>
        <p:spPr>
          <a:xfrm>
            <a:off x="891330" y="660658"/>
            <a:ext cx="3570018" cy="1262978"/>
          </a:xfrm>
          <a:prstGeom prst="rect">
            <a:avLst/>
          </a:prstGeom>
        </p:spPr>
        <p:txBody>
          <a:bodyPr vert="horz" lIns="91440" tIns="45720" rIns="91440" bIns="45720" rtlCol="0" anchor="b">
            <a:normAutofit fontScale="97500"/>
          </a:bodyPr>
          <a:lstStyle>
            <a:lvl1pPr algn="l" defTabSz="457200" rtl="0" eaLnBrk="1" latinLnBrk="0" hangingPunct="1">
              <a:spcBef>
                <a:spcPct val="0"/>
              </a:spcBef>
              <a:buNone/>
              <a:defRPr sz="4200" b="0" i="0" kern="1200">
                <a:solidFill>
                  <a:schemeClr val="tx2"/>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GB" dirty="0" err="1">
                <a:solidFill>
                  <a:schemeClr val="bg2"/>
                </a:solidFill>
              </a:rPr>
              <a:t>XGBClassifier</a:t>
            </a:r>
            <a:endParaRPr lang="en-GB" dirty="0">
              <a:solidFill>
                <a:schemeClr val="bg2"/>
              </a:solidFill>
            </a:endParaRPr>
          </a:p>
        </p:txBody>
      </p:sp>
    </p:spTree>
    <p:extLst>
      <p:ext uri="{BB962C8B-B14F-4D97-AF65-F5344CB8AC3E}">
        <p14:creationId xmlns:p14="http://schemas.microsoft.com/office/powerpoint/2010/main" val="191510328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19" name="Picture 18">
            <a:extLst>
              <a:ext uri="{FF2B5EF4-FFF2-40B4-BE49-F238E27FC236}">
                <a16:creationId xmlns:a16="http://schemas.microsoft.com/office/drawing/2014/main" id="{41B68C77-138E-4BF7-A276-BD0C78A4219F}"/>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2">
            <a:extLst>
              <a:ext uri="{28A0092B-C50C-407E-A947-70E740481C1C}">
                <a14:useLocalDpi xmlns:a14="http://schemas.microsoft.com/office/drawing/2010/main" val="0"/>
              </a:ext>
            </a:extLst>
          </a:blip>
          <a:srcRect l="3613"/>
          <a:stretch/>
        </p:blipFill>
        <p:spPr>
          <a:xfrm>
            <a:off x="0" y="2669685"/>
            <a:ext cx="4037012" cy="4188315"/>
          </a:xfrm>
          <a:prstGeom prst="rect">
            <a:avLst/>
          </a:prstGeom>
        </p:spPr>
      </p:pic>
      <p:pic>
        <p:nvPicPr>
          <p:cNvPr id="21" name="Picture 20">
            <a:extLst>
              <a:ext uri="{FF2B5EF4-FFF2-40B4-BE49-F238E27FC236}">
                <a16:creationId xmlns:a16="http://schemas.microsoft.com/office/drawing/2014/main" id="{7C268552-D473-46ED-B1B8-422042C4DEF1}"/>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3">
            <a:extLst>
              <a:ext uri="{28A0092B-C50C-407E-A947-70E740481C1C}">
                <a14:useLocalDpi xmlns:a14="http://schemas.microsoft.com/office/drawing/2010/main" val="0"/>
              </a:ext>
            </a:extLst>
          </a:blip>
          <a:srcRect l="35640"/>
          <a:stretch/>
        </p:blipFill>
        <p:spPr>
          <a:xfrm>
            <a:off x="0" y="2892347"/>
            <a:ext cx="1522412" cy="2365453"/>
          </a:xfrm>
          <a:prstGeom prst="rect">
            <a:avLst/>
          </a:prstGeom>
        </p:spPr>
      </p:pic>
      <p:sp>
        <p:nvSpPr>
          <p:cNvPr id="23" name="Oval 22">
            <a:extLst>
              <a:ext uri="{FF2B5EF4-FFF2-40B4-BE49-F238E27FC236}">
                <a16:creationId xmlns:a16="http://schemas.microsoft.com/office/drawing/2014/main" id="{4AC0CD9D-7610-4620-93B4-798CCD9AB58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609012" y="1676400"/>
            <a:ext cx="2819400" cy="2819400"/>
          </a:xfrm>
          <a:prstGeom prst="ellipse">
            <a:avLst/>
          </a:prstGeom>
          <a:gradFill flip="none" rotWithShape="1">
            <a:gsLst>
              <a:gs pos="0">
                <a:schemeClr val="bg2">
                  <a:lumMod val="60000"/>
                  <a:lumOff val="40000"/>
                  <a:alpha val="7000"/>
                </a:schemeClr>
              </a:gs>
              <a:gs pos="69000">
                <a:schemeClr val="bg2">
                  <a:lumMod val="60000"/>
                  <a:lumOff val="40000"/>
                  <a:alpha val="0"/>
                </a:schemeClr>
              </a:gs>
              <a:gs pos="36000">
                <a:schemeClr val="bg2">
                  <a:lumMod val="60000"/>
                  <a:lumOff val="40000"/>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GB"/>
          </a:p>
        </p:txBody>
      </p:sp>
      <p:pic>
        <p:nvPicPr>
          <p:cNvPr id="25" name="Picture 24">
            <a:extLst>
              <a:ext uri="{FF2B5EF4-FFF2-40B4-BE49-F238E27FC236}">
                <a16:creationId xmlns:a16="http://schemas.microsoft.com/office/drawing/2014/main" id="{B9238B3E-24AA-439A-B527-6C5DF6D72145}"/>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4">
            <a:extLst>
              <a:ext uri="{28A0092B-C50C-407E-A947-70E740481C1C}">
                <a14:useLocalDpi xmlns:a14="http://schemas.microsoft.com/office/drawing/2010/main" val="0"/>
              </a:ext>
            </a:extLst>
          </a:blip>
          <a:srcRect t="28813"/>
          <a:stretch/>
        </p:blipFill>
        <p:spPr>
          <a:xfrm>
            <a:off x="7999412" y="0"/>
            <a:ext cx="1603387" cy="1141407"/>
          </a:xfrm>
          <a:prstGeom prst="rect">
            <a:avLst/>
          </a:prstGeom>
        </p:spPr>
      </p:pic>
      <p:pic>
        <p:nvPicPr>
          <p:cNvPr id="27" name="Picture 26">
            <a:extLst>
              <a:ext uri="{FF2B5EF4-FFF2-40B4-BE49-F238E27FC236}">
                <a16:creationId xmlns:a16="http://schemas.microsoft.com/office/drawing/2014/main" id="{69F01145-BEA3-4CBF-AA21-10077B948CA8}"/>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5">
            <a:extLst>
              <a:ext uri="{28A0092B-C50C-407E-A947-70E740481C1C}">
                <a14:useLocalDpi xmlns:a14="http://schemas.microsoft.com/office/drawing/2010/main" val="0"/>
              </a:ext>
            </a:extLst>
          </a:blip>
          <a:srcRect b="23320"/>
          <a:stretch/>
        </p:blipFill>
        <p:spPr>
          <a:xfrm>
            <a:off x="8605878" y="6096000"/>
            <a:ext cx="993734" cy="762000"/>
          </a:xfrm>
          <a:prstGeom prst="rect">
            <a:avLst/>
          </a:prstGeom>
        </p:spPr>
      </p:pic>
      <p:sp>
        <p:nvSpPr>
          <p:cNvPr id="29" name="Rectangle 28">
            <a:extLst>
              <a:ext uri="{FF2B5EF4-FFF2-40B4-BE49-F238E27FC236}">
                <a16:creationId xmlns:a16="http://schemas.microsoft.com/office/drawing/2014/main" id="{DE4D62F9-188E-4530-84C2-24BDEE4BEB8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a:lstStyle/>
          <a:p>
            <a:endParaRPr lang="en-GB"/>
          </a:p>
        </p:txBody>
      </p:sp>
      <p:sp>
        <p:nvSpPr>
          <p:cNvPr id="31" name="Rectangle 30">
            <a:extLst>
              <a:ext uri="{FF2B5EF4-FFF2-40B4-BE49-F238E27FC236}">
                <a16:creationId xmlns:a16="http://schemas.microsoft.com/office/drawing/2014/main" id="{757B325C-3E35-45CF-9D07-3BCB281F3B9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003">
            <a:schemeClr val="dk2"/>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D0D3B2B9-0CE5-80DA-E08C-E207F02C3FF4}"/>
              </a:ext>
            </a:extLst>
          </p:cNvPr>
          <p:cNvSpPr>
            <a:spLocks noGrp="1"/>
          </p:cNvSpPr>
          <p:nvPr>
            <p:ph type="title"/>
          </p:nvPr>
        </p:nvSpPr>
        <p:spPr>
          <a:xfrm>
            <a:off x="8191925" y="1325880"/>
            <a:ext cx="3352375" cy="3066507"/>
          </a:xfrm>
        </p:spPr>
        <p:txBody>
          <a:bodyPr vert="horz" lIns="91440" tIns="45720" rIns="91440" bIns="45720" rtlCol="0" anchor="b">
            <a:normAutofit/>
          </a:bodyPr>
          <a:lstStyle/>
          <a:p>
            <a:r>
              <a:rPr lang="en-US" sz="5400" b="0" i="0" kern="1200">
                <a:solidFill>
                  <a:srgbClr val="EBEBEB"/>
                </a:solidFill>
                <a:latin typeface="+mj-lt"/>
                <a:ea typeface="+mj-ea"/>
                <a:cs typeface="+mj-cs"/>
              </a:rPr>
              <a:t>Results</a:t>
            </a:r>
            <a:br>
              <a:rPr lang="en-US" sz="5400" b="0" i="0" kern="1200">
                <a:solidFill>
                  <a:srgbClr val="EBEBEB"/>
                </a:solidFill>
                <a:latin typeface="+mj-lt"/>
                <a:ea typeface="+mj-ea"/>
                <a:cs typeface="+mj-cs"/>
              </a:rPr>
            </a:br>
            <a:endParaRPr lang="en-US" sz="5400" b="0" i="0" kern="1200">
              <a:solidFill>
                <a:srgbClr val="EBEBEB"/>
              </a:solidFill>
              <a:latin typeface="+mj-lt"/>
              <a:ea typeface="+mj-ea"/>
              <a:cs typeface="+mj-cs"/>
            </a:endParaRPr>
          </a:p>
        </p:txBody>
      </p:sp>
      <p:sp>
        <p:nvSpPr>
          <p:cNvPr id="33" name="Freeform 36">
            <a:extLst>
              <a:ext uri="{FF2B5EF4-FFF2-40B4-BE49-F238E27FC236}">
                <a16:creationId xmlns:a16="http://schemas.microsoft.com/office/drawing/2014/main" id="{C24BEC42-AFF3-40D1-93A2-A27A42E1E23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7463681" y="-1"/>
            <a:ext cx="559472" cy="3709642"/>
          </a:xfrm>
          <a:custGeom>
            <a:avLst/>
            <a:gdLst>
              <a:gd name="connsiteX0" fmla="*/ 0 w 559472"/>
              <a:gd name="connsiteY0" fmla="*/ 0 h 3709642"/>
              <a:gd name="connsiteX1" fmla="*/ 473952 w 559472"/>
              <a:gd name="connsiteY1" fmla="*/ 0 h 3709642"/>
              <a:gd name="connsiteX2" fmla="*/ 485840 w 559472"/>
              <a:gd name="connsiteY2" fmla="*/ 161194 h 3709642"/>
              <a:gd name="connsiteX3" fmla="*/ 523949 w 559472"/>
              <a:gd name="connsiteY3" fmla="*/ 3672197 h 3709642"/>
              <a:gd name="connsiteX4" fmla="*/ 454748 w 559472"/>
              <a:gd name="connsiteY4" fmla="*/ 3709642 h 3709642"/>
              <a:gd name="connsiteX5" fmla="*/ 448224 w 559472"/>
              <a:gd name="connsiteY5" fmla="*/ 3510471 h 3709642"/>
              <a:gd name="connsiteX6" fmla="*/ 443564 w 559472"/>
              <a:gd name="connsiteY6" fmla="*/ 3408563 h 3709642"/>
              <a:gd name="connsiteX7" fmla="*/ 438902 w 559472"/>
              <a:gd name="connsiteY7" fmla="*/ 3304407 h 3709642"/>
              <a:gd name="connsiteX8" fmla="*/ 433941 w 559472"/>
              <a:gd name="connsiteY8" fmla="*/ 3198777 h 3709642"/>
              <a:gd name="connsiteX9" fmla="*/ 427584 w 559472"/>
              <a:gd name="connsiteY9" fmla="*/ 3092510 h 3709642"/>
              <a:gd name="connsiteX10" fmla="*/ 420988 w 559472"/>
              <a:gd name="connsiteY10" fmla="*/ 2984390 h 3709642"/>
              <a:gd name="connsiteX11" fmla="*/ 414330 w 559472"/>
              <a:gd name="connsiteY11" fmla="*/ 2874401 h 3709642"/>
              <a:gd name="connsiteX12" fmla="*/ 406840 w 559472"/>
              <a:gd name="connsiteY12" fmla="*/ 2762980 h 3709642"/>
              <a:gd name="connsiteX13" fmla="*/ 397745 w 559472"/>
              <a:gd name="connsiteY13" fmla="*/ 2650566 h 3709642"/>
              <a:gd name="connsiteX14" fmla="*/ 389154 w 559472"/>
              <a:gd name="connsiteY14" fmla="*/ 2536612 h 3709642"/>
              <a:gd name="connsiteX15" fmla="*/ 379225 w 559472"/>
              <a:gd name="connsiteY15" fmla="*/ 2421642 h 3709642"/>
              <a:gd name="connsiteX16" fmla="*/ 368316 w 559472"/>
              <a:gd name="connsiteY16" fmla="*/ 2305627 h 3709642"/>
              <a:gd name="connsiteX17" fmla="*/ 357466 w 559472"/>
              <a:gd name="connsiteY17" fmla="*/ 2189233 h 3709642"/>
              <a:gd name="connsiteX18" fmla="*/ 344982 w 559472"/>
              <a:gd name="connsiteY18" fmla="*/ 2071473 h 3709642"/>
              <a:gd name="connsiteX19" fmla="*/ 332466 w 559472"/>
              <a:gd name="connsiteY19" fmla="*/ 1952216 h 3709642"/>
              <a:gd name="connsiteX20" fmla="*/ 319121 w 559472"/>
              <a:gd name="connsiteY20" fmla="*/ 1833776 h 3709642"/>
              <a:gd name="connsiteX21" fmla="*/ 304408 w 559472"/>
              <a:gd name="connsiteY21" fmla="*/ 1713948 h 3709642"/>
              <a:gd name="connsiteX22" fmla="*/ 288685 w 559472"/>
              <a:gd name="connsiteY22" fmla="*/ 1592703 h 3709642"/>
              <a:gd name="connsiteX23" fmla="*/ 273050 w 559472"/>
              <a:gd name="connsiteY23" fmla="*/ 1471451 h 3709642"/>
              <a:gd name="connsiteX24" fmla="*/ 255813 w 559472"/>
              <a:gd name="connsiteY24" fmla="*/ 1350328 h 3709642"/>
              <a:gd name="connsiteX25" fmla="*/ 237060 w 559472"/>
              <a:gd name="connsiteY25" fmla="*/ 1227080 h 3709642"/>
              <a:gd name="connsiteX26" fmla="*/ 218488 w 559472"/>
              <a:gd name="connsiteY26" fmla="*/ 1106065 h 3709642"/>
              <a:gd name="connsiteX27" fmla="*/ 198221 w 559472"/>
              <a:gd name="connsiteY27" fmla="*/ 982940 h 3709642"/>
              <a:gd name="connsiteX28" fmla="*/ 177152 w 559472"/>
              <a:gd name="connsiteY28" fmla="*/ 858755 h 3709642"/>
              <a:gd name="connsiteX29" fmla="*/ 155551 w 559472"/>
              <a:gd name="connsiteY29" fmla="*/ 736861 h 3709642"/>
              <a:gd name="connsiteX30" fmla="*/ 131782 w 559472"/>
              <a:gd name="connsiteY30" fmla="*/ 613645 h 3709642"/>
              <a:gd name="connsiteX31" fmla="*/ 107123 w 559472"/>
              <a:gd name="connsiteY31" fmla="*/ 490500 h 3709642"/>
              <a:gd name="connsiteX32" fmla="*/ 82552 w 559472"/>
              <a:gd name="connsiteY32" fmla="*/ 367348 h 3709642"/>
              <a:gd name="connsiteX33" fmla="*/ 55608 w 559472"/>
              <a:gd name="connsiteY33" fmla="*/ 244762 h 3709642"/>
              <a:gd name="connsiteX34" fmla="*/ 28130 w 559472"/>
              <a:gd name="connsiteY34" fmla="*/ 122220 h 3709642"/>
              <a:gd name="connsiteX35" fmla="*/ 0 w 559472"/>
              <a:gd name="connsiteY35" fmla="*/ 0 h 37096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559472" h="3709642">
                <a:moveTo>
                  <a:pt x="0" y="0"/>
                </a:moveTo>
                <a:lnTo>
                  <a:pt x="473952" y="0"/>
                </a:lnTo>
                <a:lnTo>
                  <a:pt x="485840" y="161194"/>
                </a:lnTo>
                <a:cubicBezTo>
                  <a:pt x="552063" y="1147770"/>
                  <a:pt x="592441" y="3086737"/>
                  <a:pt x="523949" y="3672197"/>
                </a:cubicBezTo>
                <a:cubicBezTo>
                  <a:pt x="500842" y="3684557"/>
                  <a:pt x="477855" y="3697282"/>
                  <a:pt x="454748" y="3709642"/>
                </a:cubicBezTo>
                <a:lnTo>
                  <a:pt x="448224" y="3510471"/>
                </a:lnTo>
                <a:lnTo>
                  <a:pt x="443564" y="3408563"/>
                </a:lnTo>
                <a:lnTo>
                  <a:pt x="438902" y="3304407"/>
                </a:lnTo>
                <a:lnTo>
                  <a:pt x="433941" y="3198777"/>
                </a:lnTo>
                <a:lnTo>
                  <a:pt x="427584" y="3092510"/>
                </a:lnTo>
                <a:lnTo>
                  <a:pt x="420988" y="2984390"/>
                </a:lnTo>
                <a:lnTo>
                  <a:pt x="414330" y="2874401"/>
                </a:lnTo>
                <a:lnTo>
                  <a:pt x="406840" y="2762980"/>
                </a:lnTo>
                <a:lnTo>
                  <a:pt x="397745" y="2650566"/>
                </a:lnTo>
                <a:lnTo>
                  <a:pt x="389154" y="2536612"/>
                </a:lnTo>
                <a:lnTo>
                  <a:pt x="379225" y="2421642"/>
                </a:lnTo>
                <a:lnTo>
                  <a:pt x="368316" y="2305627"/>
                </a:lnTo>
                <a:lnTo>
                  <a:pt x="357466" y="2189233"/>
                </a:lnTo>
                <a:lnTo>
                  <a:pt x="344982" y="2071473"/>
                </a:lnTo>
                <a:lnTo>
                  <a:pt x="332466" y="1952216"/>
                </a:lnTo>
                <a:lnTo>
                  <a:pt x="319121" y="1833776"/>
                </a:lnTo>
                <a:lnTo>
                  <a:pt x="304408" y="1713948"/>
                </a:lnTo>
                <a:lnTo>
                  <a:pt x="288685" y="1592703"/>
                </a:lnTo>
                <a:lnTo>
                  <a:pt x="273050" y="1471451"/>
                </a:lnTo>
                <a:lnTo>
                  <a:pt x="255813" y="1350328"/>
                </a:lnTo>
                <a:lnTo>
                  <a:pt x="237060" y="1227080"/>
                </a:lnTo>
                <a:lnTo>
                  <a:pt x="218488" y="1106065"/>
                </a:lnTo>
                <a:lnTo>
                  <a:pt x="198221" y="982940"/>
                </a:lnTo>
                <a:lnTo>
                  <a:pt x="177152" y="858755"/>
                </a:lnTo>
                <a:lnTo>
                  <a:pt x="155551" y="736861"/>
                </a:lnTo>
                <a:lnTo>
                  <a:pt x="131782" y="613645"/>
                </a:lnTo>
                <a:lnTo>
                  <a:pt x="107123" y="490500"/>
                </a:lnTo>
                <a:lnTo>
                  <a:pt x="82552" y="367348"/>
                </a:lnTo>
                <a:lnTo>
                  <a:pt x="55608" y="244762"/>
                </a:lnTo>
                <a:lnTo>
                  <a:pt x="28130" y="122220"/>
                </a:lnTo>
                <a:lnTo>
                  <a:pt x="0" y="0"/>
                </a:lnTo>
                <a:close/>
              </a:path>
            </a:pathLst>
          </a:custGeom>
          <a:solidFill>
            <a:schemeClr val="bg1">
              <a:alpha val="20000"/>
            </a:schemeClr>
          </a:solidFill>
          <a:ln>
            <a:noFill/>
          </a:ln>
        </p:spPr>
        <p:txBody>
          <a:bodyPr rtlCol="0" anchor="ctr"/>
          <a:lstStyle/>
          <a:p>
            <a:pPr algn="ctr"/>
            <a:endParaRPr lang="en-US"/>
          </a:p>
        </p:txBody>
      </p:sp>
      <p:sp useBgFill="1">
        <p:nvSpPr>
          <p:cNvPr id="35" name="Freeform: Shape 34">
            <a:extLst>
              <a:ext uri="{FF2B5EF4-FFF2-40B4-BE49-F238E27FC236}">
                <a16:creationId xmlns:a16="http://schemas.microsoft.com/office/drawing/2014/main" id="{608F427C-1EC9-4280-9367-F2B3AA063E8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7809954" cy="6858000"/>
          </a:xfrm>
          <a:custGeom>
            <a:avLst/>
            <a:gdLst>
              <a:gd name="connsiteX0" fmla="*/ 6465239 w 7809954"/>
              <a:gd name="connsiteY0" fmla="*/ 0 h 6858000"/>
              <a:gd name="connsiteX1" fmla="*/ 7808777 w 7809954"/>
              <a:gd name="connsiteY1" fmla="*/ 0 h 6858000"/>
              <a:gd name="connsiteX2" fmla="*/ 7783732 w 7809954"/>
              <a:gd name="connsiteY2" fmla="*/ 155676 h 6858000"/>
              <a:gd name="connsiteX3" fmla="*/ 7759863 w 7809954"/>
              <a:gd name="connsiteY3" fmla="*/ 310667 h 6858000"/>
              <a:gd name="connsiteX4" fmla="*/ 7736499 w 7809954"/>
              <a:gd name="connsiteY4" fmla="*/ 466344 h 6858000"/>
              <a:gd name="connsiteX5" fmla="*/ 7716496 w 7809954"/>
              <a:gd name="connsiteY5" fmla="*/ 622706 h 6858000"/>
              <a:gd name="connsiteX6" fmla="*/ 7696325 w 7809954"/>
              <a:gd name="connsiteY6" fmla="*/ 778383 h 6858000"/>
              <a:gd name="connsiteX7" fmla="*/ 7677499 w 7809954"/>
              <a:gd name="connsiteY7" fmla="*/ 934745 h 6858000"/>
              <a:gd name="connsiteX8" fmla="*/ 7661363 w 7809954"/>
              <a:gd name="connsiteY8" fmla="*/ 1089050 h 6858000"/>
              <a:gd name="connsiteX9" fmla="*/ 7646067 w 7809954"/>
              <a:gd name="connsiteY9" fmla="*/ 1245413 h 6858000"/>
              <a:gd name="connsiteX10" fmla="*/ 7632115 w 7809954"/>
              <a:gd name="connsiteY10" fmla="*/ 1401089 h 6858000"/>
              <a:gd name="connsiteX11" fmla="*/ 7620013 w 7809954"/>
              <a:gd name="connsiteY11" fmla="*/ 1554023 h 6858000"/>
              <a:gd name="connsiteX12" fmla="*/ 7607910 w 7809954"/>
              <a:gd name="connsiteY12" fmla="*/ 1709013 h 6858000"/>
              <a:gd name="connsiteX13" fmla="*/ 7597825 w 7809954"/>
              <a:gd name="connsiteY13" fmla="*/ 1861947 h 6858000"/>
              <a:gd name="connsiteX14" fmla="*/ 7589925 w 7809954"/>
              <a:gd name="connsiteY14" fmla="*/ 2014880 h 6858000"/>
              <a:gd name="connsiteX15" fmla="*/ 7581688 w 7809954"/>
              <a:gd name="connsiteY15" fmla="*/ 2167128 h 6858000"/>
              <a:gd name="connsiteX16" fmla="*/ 7574797 w 7809954"/>
              <a:gd name="connsiteY16" fmla="*/ 2318004 h 6858000"/>
              <a:gd name="connsiteX17" fmla="*/ 7569922 w 7809954"/>
              <a:gd name="connsiteY17" fmla="*/ 2467508 h 6858000"/>
              <a:gd name="connsiteX18" fmla="*/ 7565720 w 7809954"/>
              <a:gd name="connsiteY18" fmla="*/ 2617013 h 6858000"/>
              <a:gd name="connsiteX19" fmla="*/ 7561686 w 7809954"/>
              <a:gd name="connsiteY19" fmla="*/ 2765145 h 6858000"/>
              <a:gd name="connsiteX20" fmla="*/ 7559837 w 7809954"/>
              <a:gd name="connsiteY20" fmla="*/ 2911221 h 6858000"/>
              <a:gd name="connsiteX21" fmla="*/ 7557820 w 7809954"/>
              <a:gd name="connsiteY21" fmla="*/ 3057296 h 6858000"/>
              <a:gd name="connsiteX22" fmla="*/ 7556811 w 7809954"/>
              <a:gd name="connsiteY22" fmla="*/ 3201314 h 6858000"/>
              <a:gd name="connsiteX23" fmla="*/ 7557820 w 7809954"/>
              <a:gd name="connsiteY23" fmla="*/ 3343960 h 6858000"/>
              <a:gd name="connsiteX24" fmla="*/ 7557820 w 7809954"/>
              <a:gd name="connsiteY24" fmla="*/ 3485235 h 6858000"/>
              <a:gd name="connsiteX25" fmla="*/ 7559837 w 7809954"/>
              <a:gd name="connsiteY25" fmla="*/ 3625138 h 6858000"/>
              <a:gd name="connsiteX26" fmla="*/ 7562862 w 7809954"/>
              <a:gd name="connsiteY26" fmla="*/ 3762298 h 6858000"/>
              <a:gd name="connsiteX27" fmla="*/ 7565720 w 7809954"/>
              <a:gd name="connsiteY27" fmla="*/ 3898087 h 6858000"/>
              <a:gd name="connsiteX28" fmla="*/ 7568914 w 7809954"/>
              <a:gd name="connsiteY28" fmla="*/ 4031132 h 6858000"/>
              <a:gd name="connsiteX29" fmla="*/ 7573788 w 7809954"/>
              <a:gd name="connsiteY29" fmla="*/ 4163491 h 6858000"/>
              <a:gd name="connsiteX30" fmla="*/ 7578999 w 7809954"/>
              <a:gd name="connsiteY30" fmla="*/ 4293793 h 6858000"/>
              <a:gd name="connsiteX31" fmla="*/ 7583705 w 7809954"/>
              <a:gd name="connsiteY31" fmla="*/ 4421352 h 6858000"/>
              <a:gd name="connsiteX32" fmla="*/ 7596985 w 7809954"/>
              <a:gd name="connsiteY32" fmla="*/ 4670298 h 6858000"/>
              <a:gd name="connsiteX33" fmla="*/ 7611104 w 7809954"/>
              <a:gd name="connsiteY33" fmla="*/ 4908956 h 6858000"/>
              <a:gd name="connsiteX34" fmla="*/ 7625896 w 7809954"/>
              <a:gd name="connsiteY34" fmla="*/ 5138013 h 6858000"/>
              <a:gd name="connsiteX35" fmla="*/ 7642201 w 7809954"/>
              <a:gd name="connsiteY35" fmla="*/ 5354726 h 6858000"/>
              <a:gd name="connsiteX36" fmla="*/ 7659178 w 7809954"/>
              <a:gd name="connsiteY36" fmla="*/ 5561838 h 6858000"/>
              <a:gd name="connsiteX37" fmla="*/ 7677499 w 7809954"/>
              <a:gd name="connsiteY37" fmla="*/ 5753862 h 6858000"/>
              <a:gd name="connsiteX38" fmla="*/ 7695485 w 7809954"/>
              <a:gd name="connsiteY38" fmla="*/ 5934227 h 6858000"/>
              <a:gd name="connsiteX39" fmla="*/ 7713470 w 7809954"/>
              <a:gd name="connsiteY39" fmla="*/ 6100191 h 6858000"/>
              <a:gd name="connsiteX40" fmla="*/ 7730447 w 7809954"/>
              <a:gd name="connsiteY40" fmla="*/ 6252438 h 6858000"/>
              <a:gd name="connsiteX41" fmla="*/ 7746584 w 7809954"/>
              <a:gd name="connsiteY41" fmla="*/ 6387541 h 6858000"/>
              <a:gd name="connsiteX42" fmla="*/ 7761880 w 7809954"/>
              <a:gd name="connsiteY42" fmla="*/ 6509613 h 6858000"/>
              <a:gd name="connsiteX43" fmla="*/ 7774655 w 7809954"/>
              <a:gd name="connsiteY43" fmla="*/ 6612483 h 6858000"/>
              <a:gd name="connsiteX44" fmla="*/ 7786757 w 7809954"/>
              <a:gd name="connsiteY44" fmla="*/ 6698894 h 6858000"/>
              <a:gd name="connsiteX45" fmla="*/ 7804071 w 7809954"/>
              <a:gd name="connsiteY45" fmla="*/ 6817538 h 6858000"/>
              <a:gd name="connsiteX46" fmla="*/ 7809954 w 7809954"/>
              <a:gd name="connsiteY46" fmla="*/ 6858000 h 6858000"/>
              <a:gd name="connsiteX47" fmla="*/ 7157124 w 7809954"/>
              <a:gd name="connsiteY47" fmla="*/ 6858000 h 6858000"/>
              <a:gd name="connsiteX48" fmla="*/ 7157124 w 7809954"/>
              <a:gd name="connsiteY48" fmla="*/ 6858000 h 6858000"/>
              <a:gd name="connsiteX49" fmla="*/ 0 w 7809954"/>
              <a:gd name="connsiteY49" fmla="*/ 6858000 h 6858000"/>
              <a:gd name="connsiteX50" fmla="*/ 0 w 7809954"/>
              <a:gd name="connsiteY50" fmla="*/ 0 h 6858000"/>
              <a:gd name="connsiteX51" fmla="*/ 6465239 w 7809954"/>
              <a:gd name="connsiteY51" fmla="*/ 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Lst>
            <a:rect l="l" t="t" r="r" b="b"/>
            <a:pathLst>
              <a:path w="7809954" h="6858000">
                <a:moveTo>
                  <a:pt x="6465239" y="0"/>
                </a:moveTo>
                <a:lnTo>
                  <a:pt x="7808777" y="0"/>
                </a:lnTo>
                <a:lnTo>
                  <a:pt x="7783732" y="155676"/>
                </a:lnTo>
                <a:lnTo>
                  <a:pt x="7759863" y="310667"/>
                </a:lnTo>
                <a:lnTo>
                  <a:pt x="7736499" y="466344"/>
                </a:lnTo>
                <a:lnTo>
                  <a:pt x="7716496" y="622706"/>
                </a:lnTo>
                <a:lnTo>
                  <a:pt x="7696325" y="778383"/>
                </a:lnTo>
                <a:lnTo>
                  <a:pt x="7677499" y="934745"/>
                </a:lnTo>
                <a:lnTo>
                  <a:pt x="7661363" y="1089050"/>
                </a:lnTo>
                <a:lnTo>
                  <a:pt x="7646067" y="1245413"/>
                </a:lnTo>
                <a:lnTo>
                  <a:pt x="7632115" y="1401089"/>
                </a:lnTo>
                <a:lnTo>
                  <a:pt x="7620013" y="1554023"/>
                </a:lnTo>
                <a:lnTo>
                  <a:pt x="7607910" y="1709013"/>
                </a:lnTo>
                <a:lnTo>
                  <a:pt x="7597825" y="1861947"/>
                </a:lnTo>
                <a:lnTo>
                  <a:pt x="7589925" y="2014880"/>
                </a:lnTo>
                <a:lnTo>
                  <a:pt x="7581688" y="2167128"/>
                </a:lnTo>
                <a:lnTo>
                  <a:pt x="7574797" y="2318004"/>
                </a:lnTo>
                <a:lnTo>
                  <a:pt x="7569922" y="2467508"/>
                </a:lnTo>
                <a:lnTo>
                  <a:pt x="7565720" y="2617013"/>
                </a:lnTo>
                <a:lnTo>
                  <a:pt x="7561686" y="2765145"/>
                </a:lnTo>
                <a:lnTo>
                  <a:pt x="7559837" y="2911221"/>
                </a:lnTo>
                <a:lnTo>
                  <a:pt x="7557820" y="3057296"/>
                </a:lnTo>
                <a:lnTo>
                  <a:pt x="7556811" y="3201314"/>
                </a:lnTo>
                <a:lnTo>
                  <a:pt x="7557820" y="3343960"/>
                </a:lnTo>
                <a:lnTo>
                  <a:pt x="7557820" y="3485235"/>
                </a:lnTo>
                <a:lnTo>
                  <a:pt x="7559837" y="3625138"/>
                </a:lnTo>
                <a:lnTo>
                  <a:pt x="7562862" y="3762298"/>
                </a:lnTo>
                <a:lnTo>
                  <a:pt x="7565720" y="3898087"/>
                </a:lnTo>
                <a:lnTo>
                  <a:pt x="7568914" y="4031132"/>
                </a:lnTo>
                <a:lnTo>
                  <a:pt x="7573788" y="4163491"/>
                </a:lnTo>
                <a:lnTo>
                  <a:pt x="7578999" y="4293793"/>
                </a:lnTo>
                <a:lnTo>
                  <a:pt x="7583705" y="4421352"/>
                </a:lnTo>
                <a:lnTo>
                  <a:pt x="7596985" y="4670298"/>
                </a:lnTo>
                <a:lnTo>
                  <a:pt x="7611104" y="4908956"/>
                </a:lnTo>
                <a:lnTo>
                  <a:pt x="7625896" y="5138013"/>
                </a:lnTo>
                <a:lnTo>
                  <a:pt x="7642201" y="5354726"/>
                </a:lnTo>
                <a:lnTo>
                  <a:pt x="7659178" y="5561838"/>
                </a:lnTo>
                <a:lnTo>
                  <a:pt x="7677499" y="5753862"/>
                </a:lnTo>
                <a:lnTo>
                  <a:pt x="7695485" y="5934227"/>
                </a:lnTo>
                <a:lnTo>
                  <a:pt x="7713470" y="6100191"/>
                </a:lnTo>
                <a:lnTo>
                  <a:pt x="7730447" y="6252438"/>
                </a:lnTo>
                <a:lnTo>
                  <a:pt x="7746584" y="6387541"/>
                </a:lnTo>
                <a:lnTo>
                  <a:pt x="7761880" y="6509613"/>
                </a:lnTo>
                <a:lnTo>
                  <a:pt x="7774655" y="6612483"/>
                </a:lnTo>
                <a:lnTo>
                  <a:pt x="7786757" y="6698894"/>
                </a:lnTo>
                <a:lnTo>
                  <a:pt x="7804071" y="6817538"/>
                </a:lnTo>
                <a:lnTo>
                  <a:pt x="7809954" y="6858000"/>
                </a:lnTo>
                <a:lnTo>
                  <a:pt x="7157124" y="6858000"/>
                </a:lnTo>
                <a:lnTo>
                  <a:pt x="7157124" y="6858000"/>
                </a:lnTo>
                <a:lnTo>
                  <a:pt x="0" y="6858000"/>
                </a:lnTo>
                <a:lnTo>
                  <a:pt x="0" y="0"/>
                </a:lnTo>
                <a:lnTo>
                  <a:pt x="6465239" y="0"/>
                </a:lnTo>
                <a:close/>
              </a:path>
            </a:pathLst>
          </a:custGeom>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37" name="Rectangle 36">
            <a:extLst>
              <a:ext uri="{FF2B5EF4-FFF2-40B4-BE49-F238E27FC236}">
                <a16:creationId xmlns:a16="http://schemas.microsoft.com/office/drawing/2014/main" id="{F98810A7-E114-447A-A7D6-69B27CFB565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a:lstStyle/>
          <a:p>
            <a:endParaRPr lang="en-GB"/>
          </a:p>
        </p:txBody>
      </p:sp>
      <p:graphicFrame>
        <p:nvGraphicFramePr>
          <p:cNvPr id="14" name="Content Placeholder 13">
            <a:extLst>
              <a:ext uri="{FF2B5EF4-FFF2-40B4-BE49-F238E27FC236}">
                <a16:creationId xmlns:a16="http://schemas.microsoft.com/office/drawing/2014/main" id="{5B015BFA-197F-8EC2-3B02-F78C4A8BF0E6}"/>
              </a:ext>
            </a:extLst>
          </p:cNvPr>
          <p:cNvGraphicFramePr>
            <a:graphicFrameLocks noGrp="1"/>
          </p:cNvGraphicFramePr>
          <p:nvPr>
            <p:ph idx="1"/>
            <p:extLst>
              <p:ext uri="{D42A27DB-BD31-4B8C-83A1-F6EECF244321}">
                <p14:modId xmlns:p14="http://schemas.microsoft.com/office/powerpoint/2010/main" val="376263752"/>
              </p:ext>
            </p:extLst>
          </p:nvPr>
        </p:nvGraphicFramePr>
        <p:xfrm>
          <a:off x="526844" y="599598"/>
          <a:ext cx="6373182" cy="3434429"/>
        </p:xfrm>
        <a:graphic>
          <a:graphicData uri="http://schemas.openxmlformats.org/drawingml/2006/table">
            <a:tbl>
              <a:tblPr>
                <a:tableStyleId>{5C22544A-7EE6-4342-B048-85BDC9FD1C3A}</a:tableStyleId>
              </a:tblPr>
              <a:tblGrid>
                <a:gridCol w="4940060">
                  <a:extLst>
                    <a:ext uri="{9D8B030D-6E8A-4147-A177-3AD203B41FA5}">
                      <a16:colId xmlns:a16="http://schemas.microsoft.com/office/drawing/2014/main" val="3205105128"/>
                    </a:ext>
                  </a:extLst>
                </a:gridCol>
                <a:gridCol w="1433122">
                  <a:extLst>
                    <a:ext uri="{9D8B030D-6E8A-4147-A177-3AD203B41FA5}">
                      <a16:colId xmlns:a16="http://schemas.microsoft.com/office/drawing/2014/main" val="4222532542"/>
                    </a:ext>
                  </a:extLst>
                </a:gridCol>
              </a:tblGrid>
              <a:tr h="239397">
                <a:tc>
                  <a:txBody>
                    <a:bodyPr/>
                    <a:lstStyle/>
                    <a:p>
                      <a:pPr algn="ctr" fontAlgn="ctr">
                        <a:buNone/>
                      </a:pPr>
                      <a:r>
                        <a:rPr lang="en-GB" sz="1400" b="1" i="0" u="none" strike="noStrike" dirty="0">
                          <a:solidFill>
                            <a:srgbClr val="000000"/>
                          </a:solidFill>
                          <a:effectLst/>
                          <a:latin typeface="Aptos Narrow" panose="020B0004020202020204" pitchFamily="34" charset="0"/>
                        </a:rPr>
                        <a:t>Target</a:t>
                      </a:r>
                    </a:p>
                  </a:txBody>
                  <a:tcPr marL="4763" marR="4763" marT="4763" marB="0" anchor="ctr"/>
                </a:tc>
                <a:tc>
                  <a:txBody>
                    <a:bodyPr/>
                    <a:lstStyle/>
                    <a:p>
                      <a:pPr algn="ctr" fontAlgn="ctr">
                        <a:buNone/>
                      </a:pPr>
                      <a:r>
                        <a:rPr lang="en-GB" sz="1100" b="1" i="0" u="none" strike="noStrike" dirty="0">
                          <a:solidFill>
                            <a:srgbClr val="000000"/>
                          </a:solidFill>
                          <a:effectLst/>
                          <a:latin typeface="Aptos Narrow" panose="020B0004020202020204" pitchFamily="34" charset="0"/>
                        </a:rPr>
                        <a:t> </a:t>
                      </a:r>
                      <a:r>
                        <a:rPr lang="en-GB" sz="1400" b="1" i="0" u="none" strike="noStrike" dirty="0">
                          <a:solidFill>
                            <a:srgbClr val="000000"/>
                          </a:solidFill>
                          <a:effectLst/>
                          <a:latin typeface="Aptos Narrow" panose="020B0004020202020204" pitchFamily="34" charset="0"/>
                        </a:rPr>
                        <a:t>Percentage</a:t>
                      </a:r>
                      <a:endParaRPr lang="en-GB" sz="1100" b="1" i="0" u="none" strike="noStrike" dirty="0">
                        <a:solidFill>
                          <a:srgbClr val="000000"/>
                        </a:solidFill>
                        <a:effectLst/>
                        <a:latin typeface="Aptos Narrow" panose="020B0004020202020204" pitchFamily="34" charset="0"/>
                      </a:endParaRPr>
                    </a:p>
                  </a:txBody>
                  <a:tcPr marL="4763" marR="4763" marT="4763" marB="0" anchor="ctr"/>
                </a:tc>
                <a:extLst>
                  <a:ext uri="{0D108BD9-81ED-4DB2-BD59-A6C34878D82A}">
                    <a16:rowId xmlns:a16="http://schemas.microsoft.com/office/drawing/2014/main" val="3590892212"/>
                  </a:ext>
                </a:extLst>
              </a:tr>
              <a:tr h="574500">
                <a:tc>
                  <a:txBody>
                    <a:bodyPr/>
                    <a:lstStyle/>
                    <a:p>
                      <a:pPr algn="ctr" fontAlgn="ctr">
                        <a:buNone/>
                      </a:pPr>
                      <a:r>
                        <a:rPr lang="en-GB" sz="1100" b="0" i="0" u="none" strike="noStrike" dirty="0">
                          <a:solidFill>
                            <a:srgbClr val="000000"/>
                          </a:solidFill>
                          <a:effectLst/>
                          <a:latin typeface="Aptos Narrow" panose="020B0004020202020204" pitchFamily="34" charset="0"/>
                        </a:rPr>
                        <a:t>Out of all flights, how often does the model make the correct prediction?</a:t>
                      </a:r>
                    </a:p>
                  </a:txBody>
                  <a:tcPr marL="4763" marR="4763" marT="4763" marB="0" anchor="ctr"/>
                </a:tc>
                <a:tc>
                  <a:txBody>
                    <a:bodyPr/>
                    <a:lstStyle/>
                    <a:p>
                      <a:pPr algn="ctr" fontAlgn="ctr">
                        <a:buNone/>
                      </a:pPr>
                      <a:r>
                        <a:rPr lang="en-GB" sz="1100" b="1" i="0" u="none" strike="noStrike">
                          <a:solidFill>
                            <a:srgbClr val="000000"/>
                          </a:solidFill>
                          <a:effectLst/>
                          <a:latin typeface="Aptos Narrow" panose="020B0004020202020204" pitchFamily="34" charset="0"/>
                        </a:rPr>
                        <a:t>98%</a:t>
                      </a:r>
                    </a:p>
                  </a:txBody>
                  <a:tcPr marL="4763" marR="4763" marT="4763" marB="0" anchor="ctr"/>
                </a:tc>
                <a:extLst>
                  <a:ext uri="{0D108BD9-81ED-4DB2-BD59-A6C34878D82A}">
                    <a16:rowId xmlns:a16="http://schemas.microsoft.com/office/drawing/2014/main" val="2095166982"/>
                  </a:ext>
                </a:extLst>
              </a:tr>
              <a:tr h="928407">
                <a:tc>
                  <a:txBody>
                    <a:bodyPr/>
                    <a:lstStyle/>
                    <a:p>
                      <a:pPr algn="ctr" fontAlgn="ctr">
                        <a:buNone/>
                      </a:pPr>
                      <a:r>
                        <a:rPr lang="en-GB" sz="1100" b="0" i="0" u="none" strike="noStrike">
                          <a:solidFill>
                            <a:srgbClr val="000000"/>
                          </a:solidFill>
                          <a:effectLst/>
                          <a:latin typeface="Aptos Narrow" panose="020B0004020202020204" pitchFamily="34" charset="0"/>
                        </a:rPr>
                        <a:t>When the model warns that a flight will be cancelled, how often is that warning correct?</a:t>
                      </a:r>
                    </a:p>
                  </a:txBody>
                  <a:tcPr marL="4763" marR="4763" marT="4763" marB="0" anchor="ctr"/>
                </a:tc>
                <a:tc>
                  <a:txBody>
                    <a:bodyPr/>
                    <a:lstStyle/>
                    <a:p>
                      <a:pPr algn="ctr" fontAlgn="ctr">
                        <a:buNone/>
                      </a:pPr>
                      <a:r>
                        <a:rPr lang="en-GB" sz="1100" b="1" i="0" u="none" strike="noStrike">
                          <a:solidFill>
                            <a:srgbClr val="000000"/>
                          </a:solidFill>
                          <a:effectLst/>
                          <a:latin typeface="Aptos Narrow" panose="020B0004020202020204" pitchFamily="34" charset="0"/>
                        </a:rPr>
                        <a:t>24%</a:t>
                      </a:r>
                    </a:p>
                  </a:txBody>
                  <a:tcPr marL="4763" marR="4763" marT="4763" marB="0" anchor="ctr"/>
                </a:tc>
                <a:extLst>
                  <a:ext uri="{0D108BD9-81ED-4DB2-BD59-A6C34878D82A}">
                    <a16:rowId xmlns:a16="http://schemas.microsoft.com/office/drawing/2014/main" val="1388284858"/>
                  </a:ext>
                </a:extLst>
              </a:tr>
              <a:tr h="928407">
                <a:tc>
                  <a:txBody>
                    <a:bodyPr/>
                    <a:lstStyle/>
                    <a:p>
                      <a:pPr algn="ctr" fontAlgn="ctr">
                        <a:buNone/>
                      </a:pPr>
                      <a:r>
                        <a:rPr lang="en-GB" sz="1100" b="0" i="0" u="none" strike="noStrike" dirty="0">
                          <a:solidFill>
                            <a:srgbClr val="000000"/>
                          </a:solidFill>
                          <a:effectLst/>
                          <a:latin typeface="Aptos Narrow" panose="020B0004020202020204" pitchFamily="34" charset="0"/>
                        </a:rPr>
                        <a:t>Of all the flights that actually get cancelled, how many does the model successfully identify?</a:t>
                      </a:r>
                    </a:p>
                  </a:txBody>
                  <a:tcPr marL="4763" marR="4763" marT="4763" marB="0" anchor="ctr"/>
                </a:tc>
                <a:tc>
                  <a:txBody>
                    <a:bodyPr/>
                    <a:lstStyle/>
                    <a:p>
                      <a:pPr algn="ctr" fontAlgn="ctr">
                        <a:buNone/>
                      </a:pPr>
                      <a:r>
                        <a:rPr lang="en-GB" sz="1100" b="1" i="0" u="none" strike="noStrike">
                          <a:solidFill>
                            <a:srgbClr val="000000"/>
                          </a:solidFill>
                          <a:effectLst/>
                          <a:latin typeface="Aptos Narrow" panose="020B0004020202020204" pitchFamily="34" charset="0"/>
                        </a:rPr>
                        <a:t>21%</a:t>
                      </a:r>
                    </a:p>
                  </a:txBody>
                  <a:tcPr marL="4763" marR="4763" marT="4763" marB="0" anchor="ctr"/>
                </a:tc>
                <a:extLst>
                  <a:ext uri="{0D108BD9-81ED-4DB2-BD59-A6C34878D82A}">
                    <a16:rowId xmlns:a16="http://schemas.microsoft.com/office/drawing/2014/main" val="1121143033"/>
                  </a:ext>
                </a:extLst>
              </a:tr>
              <a:tr h="574500">
                <a:tc>
                  <a:txBody>
                    <a:bodyPr/>
                    <a:lstStyle/>
                    <a:p>
                      <a:pPr algn="ctr" fontAlgn="ctr">
                        <a:buNone/>
                      </a:pPr>
                      <a:r>
                        <a:rPr lang="en-GB" sz="1100" b="0" i="0" u="none" strike="noStrike" dirty="0">
                          <a:solidFill>
                            <a:srgbClr val="000000"/>
                          </a:solidFill>
                          <a:effectLst/>
                          <a:latin typeface="Aptos Narrow" panose="020B0004020202020204" pitchFamily="34" charset="0"/>
                        </a:rPr>
                        <a:t>When the model predicts that a flight will not be cancelled, how often is that prediction correct?</a:t>
                      </a:r>
                    </a:p>
                  </a:txBody>
                  <a:tcPr marL="4763" marR="4763" marT="4763" marB="0" anchor="ctr"/>
                </a:tc>
                <a:tc>
                  <a:txBody>
                    <a:bodyPr/>
                    <a:lstStyle/>
                    <a:p>
                      <a:pPr algn="ctr" fontAlgn="ctr">
                        <a:buNone/>
                      </a:pPr>
                      <a:r>
                        <a:rPr lang="en-GB" sz="1100" b="1" i="0" u="none" strike="noStrike" dirty="0">
                          <a:solidFill>
                            <a:srgbClr val="000000"/>
                          </a:solidFill>
                          <a:effectLst/>
                          <a:latin typeface="Aptos Narrow" panose="020B0004020202020204" pitchFamily="34" charset="0"/>
                        </a:rPr>
                        <a:t>99%</a:t>
                      </a:r>
                    </a:p>
                  </a:txBody>
                  <a:tcPr marL="4763" marR="4763" marT="4763" marB="0" anchor="ctr"/>
                </a:tc>
                <a:extLst>
                  <a:ext uri="{0D108BD9-81ED-4DB2-BD59-A6C34878D82A}">
                    <a16:rowId xmlns:a16="http://schemas.microsoft.com/office/drawing/2014/main" val="3323140763"/>
                  </a:ext>
                </a:extLst>
              </a:tr>
              <a:tr h="189218">
                <a:tc>
                  <a:txBody>
                    <a:bodyPr/>
                    <a:lstStyle/>
                    <a:p>
                      <a:pPr algn="l" fontAlgn="ctr">
                        <a:buNone/>
                      </a:pPr>
                      <a:endParaRPr lang="en-GB" sz="1100" b="0" i="0" u="none" strike="noStrike" dirty="0">
                        <a:solidFill>
                          <a:srgbClr val="000000"/>
                        </a:solidFill>
                        <a:effectLst/>
                        <a:latin typeface="Aptos Narrow" panose="020B0004020202020204" pitchFamily="34" charset="0"/>
                      </a:endParaRPr>
                    </a:p>
                  </a:txBody>
                  <a:tcPr marL="4763" marR="4763" marT="4763" marB="0" anchor="ctr"/>
                </a:tc>
                <a:tc>
                  <a:txBody>
                    <a:bodyPr/>
                    <a:lstStyle/>
                    <a:p>
                      <a:pPr algn="r" fontAlgn="ctr">
                        <a:buNone/>
                      </a:pPr>
                      <a:endParaRPr lang="en-GB" sz="1100" b="1" i="0" u="none" strike="noStrike" dirty="0">
                        <a:solidFill>
                          <a:srgbClr val="000000"/>
                        </a:solidFill>
                        <a:effectLst/>
                        <a:latin typeface="Aptos Narrow" panose="020B0004020202020204" pitchFamily="34" charset="0"/>
                      </a:endParaRPr>
                    </a:p>
                  </a:txBody>
                  <a:tcPr marL="4763" marR="4763" marT="4763" marB="0" anchor="ctr"/>
                </a:tc>
                <a:extLst>
                  <a:ext uri="{0D108BD9-81ED-4DB2-BD59-A6C34878D82A}">
                    <a16:rowId xmlns:a16="http://schemas.microsoft.com/office/drawing/2014/main" val="609402665"/>
                  </a:ext>
                </a:extLst>
              </a:tr>
            </a:tbl>
          </a:graphicData>
        </a:graphic>
      </p:graphicFrame>
      <p:sp>
        <p:nvSpPr>
          <p:cNvPr id="8" name="TextBox 7">
            <a:extLst>
              <a:ext uri="{FF2B5EF4-FFF2-40B4-BE49-F238E27FC236}">
                <a16:creationId xmlns:a16="http://schemas.microsoft.com/office/drawing/2014/main" id="{6B816B2E-29F0-F3F7-E7E9-EE2317EB10EE}"/>
              </a:ext>
            </a:extLst>
          </p:cNvPr>
          <p:cNvSpPr txBox="1"/>
          <p:nvPr/>
        </p:nvSpPr>
        <p:spPr>
          <a:xfrm>
            <a:off x="526844" y="4330745"/>
            <a:ext cx="6096000" cy="1569660"/>
          </a:xfrm>
          <a:prstGeom prst="rect">
            <a:avLst/>
          </a:prstGeom>
          <a:noFill/>
        </p:spPr>
        <p:txBody>
          <a:bodyPr wrap="square">
            <a:spAutoFit/>
          </a:bodyPr>
          <a:lstStyle/>
          <a:p>
            <a:r>
              <a:rPr lang="en-GB" sz="1600" dirty="0"/>
              <a:t>Overall, the model performs well at identifying flights that are not cancelled, but its ability to identify actual cancellations is limited. The main reason is that cancellations are relatively rare and are influenced by many operational factors that are not available in the dataset. </a:t>
            </a:r>
          </a:p>
        </p:txBody>
      </p:sp>
    </p:spTree>
    <p:extLst>
      <p:ext uri="{BB962C8B-B14F-4D97-AF65-F5344CB8AC3E}">
        <p14:creationId xmlns:p14="http://schemas.microsoft.com/office/powerpoint/2010/main" val="2822923632"/>
      </p:ext>
    </p:extLst>
  </p:cSld>
  <p:clrMapOvr>
    <a:overrideClrMapping bg1="lt1" tx1="dk1" bg2="lt2" tx2="dk2" accent1="accent1" accent2="accent2" accent3="accent3" accent4="accent4" accent5="accent5" accent6="accent6" hlink="hlink" folHlink="folHlink"/>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Ion">
  <a:themeElements>
    <a:clrScheme name="Ion">
      <a:dk1>
        <a:sysClr val="windowText" lastClr="000000"/>
      </a:dk1>
      <a:lt1>
        <a:sysClr val="window" lastClr="FFFFFF"/>
      </a:lt1>
      <a:dk2>
        <a:srgbClr val="1E5155"/>
      </a:dk2>
      <a:lt2>
        <a:srgbClr val="EBEBEB"/>
      </a:lt2>
      <a:accent1>
        <a:srgbClr val="B01513"/>
      </a:accent1>
      <a:accent2>
        <a:srgbClr val="EA6312"/>
      </a:accent2>
      <a:accent3>
        <a:srgbClr val="E6B729"/>
      </a:accent3>
      <a:accent4>
        <a:srgbClr val="6AAC90"/>
      </a:accent4>
      <a:accent5>
        <a:srgbClr val="54849A"/>
      </a:accent5>
      <a:accent6>
        <a:srgbClr val="9E5E9B"/>
      </a:accent6>
      <a:hlink>
        <a:srgbClr val="58C1BA"/>
      </a:hlink>
      <a:folHlink>
        <a:srgbClr val="9DFFCB"/>
      </a:folHlink>
    </a:clrScheme>
    <a:fontScheme name="Ion">
      <a:majorFont>
        <a:latin typeface="Century Gothic" panose="020B0502020202020204"/>
        <a:ea typeface=""/>
        <a:cs typeface=""/>
        <a:font script="Jpan" typeface="メイリオ"/>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entury Gothic" panose="020B050202020202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Ion">
      <a:fillStyleLst>
        <a:solidFill>
          <a:schemeClr val="phClr"/>
        </a:solidFill>
        <a:gradFill rotWithShape="1">
          <a:gsLst>
            <a:gs pos="0">
              <a:schemeClr val="phClr">
                <a:tint val="64000"/>
                <a:lumMod val="118000"/>
              </a:schemeClr>
            </a:gs>
            <a:gs pos="100000">
              <a:schemeClr val="phClr">
                <a:tint val="92000"/>
                <a:alpha val="100000"/>
                <a:lumMod val="110000"/>
              </a:schemeClr>
            </a:gs>
          </a:gsLst>
          <a:lin ang="5400000" scaled="0"/>
        </a:gradFill>
        <a:gradFill rotWithShape="1">
          <a:gsLst>
            <a:gs pos="0">
              <a:schemeClr val="phClr">
                <a:tint val="98000"/>
                <a:lumMod val="114000"/>
              </a:schemeClr>
            </a:gs>
            <a:gs pos="100000">
              <a:schemeClr val="phClr">
                <a:shade val="90000"/>
                <a:lumMod val="84000"/>
              </a:schemeClr>
            </a:gs>
          </a:gsLst>
          <a:lin ang="5400000" scaled="0"/>
        </a:gradFill>
      </a:fillStyleLst>
      <a:lnStyleLst>
        <a:ln w="9525" cap="rnd" cmpd="sng" algn="ctr">
          <a:solidFill>
            <a:schemeClr val="phClr"/>
          </a:solidFill>
          <a:prstDash val="solid"/>
        </a:ln>
        <a:ln w="19050" cap="rnd" cmpd="sng" algn="ctr">
          <a:solidFill>
            <a:schemeClr val="phClr"/>
          </a:solidFill>
          <a:prstDash val="solid"/>
        </a:ln>
        <a:ln w="28575" cap="rnd" cmpd="sng" algn="ctr">
          <a:solidFill>
            <a:schemeClr val="phClr"/>
          </a:solidFill>
          <a:prstDash val="solid"/>
        </a:ln>
      </a:lnStyleLst>
      <a:effectStyleLst>
        <a:effectStyle>
          <a:effectLst/>
        </a:effectStyle>
        <a:effectStyle>
          <a:effectLst>
            <a:outerShdw blurRad="38100" dist="25400" dir="5400000" rotWithShape="0">
              <a:srgbClr val="000000">
                <a:alpha val="45000"/>
              </a:srgbClr>
            </a:outerShdw>
          </a:effectLst>
        </a:effectStyle>
        <a:effectStyle>
          <a:effectLst>
            <a:outerShdw blurRad="63500" dist="38100" dir="5400000" rotWithShape="0">
              <a:srgbClr val="000000">
                <a:alpha val="60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7000"/>
                <a:hueMod val="88000"/>
                <a:satMod val="130000"/>
                <a:lumMod val="124000"/>
              </a:schemeClr>
            </a:gs>
            <a:gs pos="100000">
              <a:schemeClr val="phClr">
                <a:tint val="96000"/>
                <a:shade val="88000"/>
                <a:hueMod val="108000"/>
                <a:satMod val="164000"/>
                <a:lumMod val="76000"/>
              </a:schemeClr>
            </a:gs>
          </a:gsLst>
          <a:path path="circle">
            <a:fillToRect l="45000" t="65000" r="125000" b="100000"/>
          </a:path>
        </a:gradFill>
        <a:blipFill rotWithShape="1">
          <a:blip xmlns:r="http://schemas.openxmlformats.org/officeDocument/2006/relationships" r:embed="rId1">
            <a:duotone>
              <a:schemeClr val="phClr">
                <a:shade val="69000"/>
                <a:hueMod val="108000"/>
                <a:satMod val="164000"/>
                <a:lumMod val="74000"/>
              </a:schemeClr>
              <a:schemeClr val="phClr">
                <a:tint val="96000"/>
                <a:hueMod val="88000"/>
                <a:satMod val="140000"/>
                <a:lumMod val="132000"/>
              </a:schemeClr>
            </a:duotone>
          </a:blip>
          <a:stretch/>
        </a:blipFill>
      </a:bgFillStyleLst>
    </a:fmtScheme>
  </a:themeElements>
  <a:objectDefaults/>
  <a:extraClrSchemeLst/>
  <a:extLst>
    <a:ext uri="{05A4C25C-085E-4340-85A3-A5531E510DB2}">
      <thm15:themeFamily xmlns:thm15="http://schemas.microsoft.com/office/thememl/2012/main" name="Ion" id="{B8441ADB-2E43-4AF7-B97A-BD870242C6A8}" vid="{292E63A9-BB86-4E3D-B92A-7223C6510D2E}"/>
    </a:ext>
  </a:extLst>
</a:theme>
</file>

<file path=docMetadata/LabelInfo.xml><?xml version="1.0" encoding="utf-8"?>
<clbl:labelList xmlns:clbl="http://schemas.microsoft.com/office/2020/mipLabelMetadata">
  <clbl:label id="{3acca971-55ee-4f70-82de-1dfbfc227017}" enabled="1" method="Standard" siteId="{ce73e05e-1b4e-4df3-b69c-705b18aaeefe}" contentBits="0" removed="0"/>
</clbl:labelList>
</file>

<file path=docProps/app.xml><?xml version="1.0" encoding="utf-8"?>
<Properties xmlns="http://schemas.openxmlformats.org/officeDocument/2006/extended-properties" xmlns:vt="http://schemas.openxmlformats.org/officeDocument/2006/docPropsVTypes">
  <Template>Ion</Template>
  <TotalTime>274</TotalTime>
  <Words>450</Words>
  <Application>Microsoft Office PowerPoint</Application>
  <PresentationFormat>Widescreen</PresentationFormat>
  <Paragraphs>65</Paragraphs>
  <Slides>8</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8</vt:i4>
      </vt:variant>
    </vt:vector>
  </HeadingPairs>
  <TitlesOfParts>
    <vt:vector size="13" baseType="lpstr">
      <vt:lpstr>Aptos</vt:lpstr>
      <vt:lpstr>Aptos Narrow</vt:lpstr>
      <vt:lpstr>Century Gothic</vt:lpstr>
      <vt:lpstr>Wingdings 3</vt:lpstr>
      <vt:lpstr>Ion</vt:lpstr>
      <vt:lpstr>PowerPoint Presentation</vt:lpstr>
      <vt:lpstr>Dataset Characteristics </vt:lpstr>
      <vt:lpstr>Exploratory Data Analysis </vt:lpstr>
      <vt:lpstr>Exploratory Data Analysis </vt:lpstr>
      <vt:lpstr>Exploratory Data Analysis </vt:lpstr>
      <vt:lpstr>Heatmap</vt:lpstr>
      <vt:lpstr>Model Selection</vt:lpstr>
      <vt:lpstr>Results </vt:lpstr>
    </vt:vector>
  </TitlesOfParts>
  <Company>Public Power Corporation S.A.</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Lefakis Stavros</dc:creator>
  <cp:lastModifiedBy>Lefakis Stavros</cp:lastModifiedBy>
  <cp:revision>9</cp:revision>
  <dcterms:created xsi:type="dcterms:W3CDTF">2026-09-19T11:51:04Z</dcterms:created>
  <dcterms:modified xsi:type="dcterms:W3CDTF">2026-09-21T21:11:12Z</dcterms:modified>
</cp:coreProperties>
</file>