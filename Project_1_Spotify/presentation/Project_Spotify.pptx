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60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C2677-DEEA-405D-8BB3-F4EA93F7E2AA}" v="4" dt="2026-06-20T14:02:23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fakis Stavros" userId="f49bb561-72e9-4086-abb2-11ff600bdacc" providerId="ADAL" clId="{B6745B4A-AA1E-481E-BFFA-C8EE000F447C}"/>
    <pc:docChg chg="undo custSel modSld sldOrd">
      <pc:chgData name="Lefakis Stavros" userId="f49bb561-72e9-4086-abb2-11ff600bdacc" providerId="ADAL" clId="{B6745B4A-AA1E-481E-BFFA-C8EE000F447C}" dt="2026-06-20T14:11:39.133" v="625" actId="20577"/>
      <pc:docMkLst>
        <pc:docMk/>
      </pc:docMkLst>
      <pc:sldChg chg="modSp mod">
        <pc:chgData name="Lefakis Stavros" userId="f49bb561-72e9-4086-abb2-11ff600bdacc" providerId="ADAL" clId="{B6745B4A-AA1E-481E-BFFA-C8EE000F447C}" dt="2026-06-20T14:01:10.847" v="537" actId="207"/>
        <pc:sldMkLst>
          <pc:docMk/>
          <pc:sldMk cId="3015514468" sldId="256"/>
        </pc:sldMkLst>
        <pc:spChg chg="mod">
          <ac:chgData name="Lefakis Stavros" userId="f49bb561-72e9-4086-abb2-11ff600bdacc" providerId="ADAL" clId="{B6745B4A-AA1E-481E-BFFA-C8EE000F447C}" dt="2026-06-20T14:01:10.847" v="537" actId="207"/>
          <ac:spMkLst>
            <pc:docMk/>
            <pc:sldMk cId="3015514468" sldId="256"/>
            <ac:spMk id="10" creationId="{3FDC396A-7AEC-C6AE-4202-D7E9565C90F5}"/>
          </ac:spMkLst>
        </pc:spChg>
      </pc:sldChg>
      <pc:sldChg chg="modSp mod">
        <pc:chgData name="Lefakis Stavros" userId="f49bb561-72e9-4086-abb2-11ff600bdacc" providerId="ADAL" clId="{B6745B4A-AA1E-481E-BFFA-C8EE000F447C}" dt="2026-06-20T13:52:26.439" v="48" actId="20577"/>
        <pc:sldMkLst>
          <pc:docMk/>
          <pc:sldMk cId="231877585" sldId="258"/>
        </pc:sldMkLst>
        <pc:spChg chg="mod">
          <ac:chgData name="Lefakis Stavros" userId="f49bb561-72e9-4086-abb2-11ff600bdacc" providerId="ADAL" clId="{B6745B4A-AA1E-481E-BFFA-C8EE000F447C}" dt="2026-06-20T13:52:26.439" v="48" actId="20577"/>
          <ac:spMkLst>
            <pc:docMk/>
            <pc:sldMk cId="231877585" sldId="258"/>
            <ac:spMk id="2" creationId="{855904CE-17D8-533D-FFCD-AFF4A2F3713C}"/>
          </ac:spMkLst>
        </pc:spChg>
      </pc:sldChg>
      <pc:sldChg chg="ord">
        <pc:chgData name="Lefakis Stavros" userId="f49bb561-72e9-4086-abb2-11ff600bdacc" providerId="ADAL" clId="{B6745B4A-AA1E-481E-BFFA-C8EE000F447C}" dt="2026-06-20T13:52:45.723" v="67"/>
        <pc:sldMkLst>
          <pc:docMk/>
          <pc:sldMk cId="1986670913" sldId="259"/>
        </pc:sldMkLst>
      </pc:sldChg>
      <pc:sldChg chg="addSp delSp modSp mod">
        <pc:chgData name="Lefakis Stavros" userId="f49bb561-72e9-4086-abb2-11ff600bdacc" providerId="ADAL" clId="{B6745B4A-AA1E-481E-BFFA-C8EE000F447C}" dt="2026-06-20T14:11:39.133" v="625" actId="20577"/>
        <pc:sldMkLst>
          <pc:docMk/>
          <pc:sldMk cId="3090827672" sldId="262"/>
        </pc:sldMkLst>
        <pc:spChg chg="mod">
          <ac:chgData name="Lefakis Stavros" userId="f49bb561-72e9-4086-abb2-11ff600bdacc" providerId="ADAL" clId="{B6745B4A-AA1E-481E-BFFA-C8EE000F447C}" dt="2026-06-20T14:11:39.133" v="625" actId="20577"/>
          <ac:spMkLst>
            <pc:docMk/>
            <pc:sldMk cId="3090827672" sldId="262"/>
            <ac:spMk id="2" creationId="{C9702C4C-02CA-6754-7866-546D117CAEF0}"/>
          </ac:spMkLst>
        </pc:spChg>
        <pc:spChg chg="add del mod">
          <ac:chgData name="Lefakis Stavros" userId="f49bb561-72e9-4086-abb2-11ff600bdacc" providerId="ADAL" clId="{B6745B4A-AA1E-481E-BFFA-C8EE000F447C}" dt="2026-06-20T14:02:41.469" v="599" actId="20577"/>
          <ac:spMkLst>
            <pc:docMk/>
            <pc:sldMk cId="3090827672" sldId="262"/>
            <ac:spMk id="4" creationId="{E3CFF6E6-2B1F-9802-C253-6662CC328E7D}"/>
          </ac:spMkLst>
        </pc:spChg>
        <pc:spChg chg="add del mod">
          <ac:chgData name="Lefakis Stavros" userId="f49bb561-72e9-4086-abb2-11ff600bdacc" providerId="ADAL" clId="{B6745B4A-AA1E-481E-BFFA-C8EE000F447C}" dt="2026-06-20T14:00:14.091" v="497" actId="478"/>
          <ac:spMkLst>
            <pc:docMk/>
            <pc:sldMk cId="3090827672" sldId="262"/>
            <ac:spMk id="6" creationId="{774FDDCF-89F1-B1CE-D755-709D03A80C6A}"/>
          </ac:spMkLst>
        </pc:spChg>
      </pc:sldChg>
      <pc:sldChg chg="modSp mod">
        <pc:chgData name="Lefakis Stavros" userId="f49bb561-72e9-4086-abb2-11ff600bdacc" providerId="ADAL" clId="{B6745B4A-AA1E-481E-BFFA-C8EE000F447C}" dt="2026-06-20T14:03:40.465" v="624" actId="20577"/>
        <pc:sldMkLst>
          <pc:docMk/>
          <pc:sldMk cId="3531663898" sldId="263"/>
        </pc:sldMkLst>
        <pc:spChg chg="mod">
          <ac:chgData name="Lefakis Stavros" userId="f49bb561-72e9-4086-abb2-11ff600bdacc" providerId="ADAL" clId="{B6745B4A-AA1E-481E-BFFA-C8EE000F447C}" dt="2026-06-20T13:56:01.249" v="336" actId="20577"/>
          <ac:spMkLst>
            <pc:docMk/>
            <pc:sldMk cId="3531663898" sldId="263"/>
            <ac:spMk id="2" creationId="{7C0D643D-8ED0-C8FB-77AD-EB00C270996A}"/>
          </ac:spMkLst>
        </pc:spChg>
        <pc:spChg chg="mod">
          <ac:chgData name="Lefakis Stavros" userId="f49bb561-72e9-4086-abb2-11ff600bdacc" providerId="ADAL" clId="{B6745B4A-AA1E-481E-BFFA-C8EE000F447C}" dt="2026-06-20T14:03:40.465" v="624" actId="20577"/>
          <ac:spMkLst>
            <pc:docMk/>
            <pc:sldMk cId="3531663898" sldId="263"/>
            <ac:spMk id="3" creationId="{E746D506-F7D9-05AD-FC6C-1C33C41E2FB2}"/>
          </ac:spMkLst>
        </pc:spChg>
      </pc:sldChg>
      <pc:sldChg chg="modSp mod">
        <pc:chgData name="Lefakis Stavros" userId="f49bb561-72e9-4086-abb2-11ff600bdacc" providerId="ADAL" clId="{B6745B4A-AA1E-481E-BFFA-C8EE000F447C}" dt="2026-06-20T13:56:11.692" v="364" actId="20577"/>
        <pc:sldMkLst>
          <pc:docMk/>
          <pc:sldMk cId="3639418464" sldId="264"/>
        </pc:sldMkLst>
        <pc:spChg chg="mod">
          <ac:chgData name="Lefakis Stavros" userId="f49bb561-72e9-4086-abb2-11ff600bdacc" providerId="ADAL" clId="{B6745B4A-AA1E-481E-BFFA-C8EE000F447C}" dt="2026-06-20T13:56:11.692" v="364" actId="20577"/>
          <ac:spMkLst>
            <pc:docMk/>
            <pc:sldMk cId="3639418464" sldId="264"/>
            <ac:spMk id="2" creationId="{E6897AAC-8426-47B4-1652-6FBB11BD5198}"/>
          </ac:spMkLst>
        </pc:spChg>
        <pc:picChg chg="mod">
          <ac:chgData name="Lefakis Stavros" userId="f49bb561-72e9-4086-abb2-11ff600bdacc" providerId="ADAL" clId="{B6745B4A-AA1E-481E-BFFA-C8EE000F447C}" dt="2026-06-20T13:50:52.493" v="2" actId="1076"/>
          <ac:picMkLst>
            <pc:docMk/>
            <pc:sldMk cId="3639418464" sldId="264"/>
            <ac:picMk id="5" creationId="{5A88EB90-4438-5C9C-9B33-6D25F869A5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DB0E-5A77-7026-F45E-65CD77BE4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47901-A45D-9230-E3BA-25DE397AC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5D1F4-B746-3B07-B1DB-F1C55213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B1D20-027C-6B27-0BD3-861E9ACB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C43CB-8179-BAFD-EB3D-098F176A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247E-E3FF-7B9E-414F-4B987D0F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35F-04A7-8101-0E93-F6EC34437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E3455-C6CC-9B98-29DF-86A818BD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C72E1-441A-BDE4-25CB-2E28956E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A151E-1149-6A67-90AE-BC9D5749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0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FF06-AAB1-E00F-731D-AE193F4E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C9C2E-F03D-D445-8F2B-C0A03965C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3E51-F824-2D3D-65BA-FE1DF312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43EE0-7894-0F4B-AA9E-37CD4522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191C1-7E27-2E2E-7174-24531194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BC19-63F3-4836-A67D-A2EFD94E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3873E-1B88-3450-7A4A-D1F909464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F038B-DFD4-CBCC-4706-68E10D519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FF75B-3297-E7AD-DA59-0955E17B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0730B-BD8D-6346-C136-149C9055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9236A-590B-C906-E652-2A96AE70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6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4680-7374-482F-1747-07483F22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F657F-B20B-75AF-2CCF-CEB305082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A5BB2-8DA8-2071-E457-6FA59A079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40900-AD2B-0828-4B45-BFCC1274C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10B18-3231-7752-B86B-2B53C9A16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C2A10-21C6-767D-13E6-CA83572A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65B3-C915-2426-0D3B-3471A09D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59A24-7BCD-B30E-D5E7-B8575761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2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2E50-411A-70CF-4CA0-28EBEF21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AB9C6-8E90-19E6-47F6-1CA61A62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1D4D9-8FEC-1E0E-B39C-2454D848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E165B-DEA6-C008-CC1A-9436943D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6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B45E4-0462-014F-A8F5-916D2DA0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D6E34-6F6A-85EA-F028-49868259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2B106-FCD7-E22B-32FC-6F7AB472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1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B2AF-B6CC-384C-E8A2-797A5455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7BC08-F8D0-9D7E-E5F4-4457CC7A0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144C1-2160-DA5F-60D1-B431745C0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6F21F-70BA-DEF2-ED70-31CEB777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20667-FDA3-3C57-2D8C-20CC1206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914D8-1806-7078-4C68-043B3896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7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41EC-1005-8A5A-0017-AC8D3D6D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7F6E9C-1A5E-B7BF-C50E-92812826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FB7B0-9220-3F04-85ED-27F1EF527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94DC5-8351-F32F-01C8-0E5F0468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8350-2EC7-7D86-3A7B-DB877C6F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DFCAA-7F82-0FAC-E94F-0568B200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4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DB3C-2FEA-DB46-7FE5-C8157F18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B5E94-FEC4-9AB5-EDCF-A39ED1B59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BA2D2-E41D-78F8-84DF-61293103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A742-2E09-FB01-D096-BC751C3B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70576-0ED3-A835-89C0-FDA6680D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0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F7ADF-1931-88A7-192E-2903CD726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BC132-72EA-8E36-0FFA-93D41BDD2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6F366-3829-BF37-7BF9-1FB80EFF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8CDFB-0153-381F-F375-3FE15694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B1492-4ACF-F213-1EFA-ABB99EDD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8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5166B-3C4A-16C7-456B-E0B53A42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26ED0-A707-6E93-3BD7-E5B048728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522FC-F2E4-1D32-0C34-227E9F458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EE591-A006-4D8A-81BD-05019C6E8F7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8296F-B81A-CE7C-D908-5E68DAA3C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0C15-6F75-6F81-EC04-6E0F26D90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F2490-DCA5-4CC8-983A-AB66E738B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7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datasets/rohiteng/spotify-music-analytics-dataset-20152025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4A2D4F-8E9D-846A-2055-DC2F373E6F80}"/>
              </a:ext>
            </a:extLst>
          </p:cNvPr>
          <p:cNvSpPr txBox="1">
            <a:spLocks/>
          </p:cNvSpPr>
          <p:nvPr/>
        </p:nvSpPr>
        <p:spPr>
          <a:xfrm>
            <a:off x="1429109" y="3429000"/>
            <a:ext cx="9144000" cy="31534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DC396A-7AEC-C6AE-4202-D7E9565C90F5}"/>
              </a:ext>
            </a:extLst>
          </p:cNvPr>
          <p:cNvSpPr txBox="1"/>
          <p:nvPr/>
        </p:nvSpPr>
        <p:spPr>
          <a:xfrm>
            <a:off x="465825" y="534838"/>
            <a:ext cx="9983639" cy="2784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2400" b="1" dirty="0"/>
              <a:t>About this file</a:t>
            </a:r>
          </a:p>
          <a:p>
            <a:pPr marL="228600" lvl="0" indent="-2286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28600" lvl="0" indent="-2286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This file contains synthetic but realistic Spotify-style music data spanning 2015–2025, covering a wide range of audio features, popularity metrics, streaming statistics, and metadata.</a:t>
            </a:r>
          </a:p>
          <a:p>
            <a:pPr marL="228600" lvl="0" indent="-2286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Balanced distribution across genres, years, and popularity levels</a:t>
            </a:r>
          </a:p>
          <a:p>
            <a:pPr marL="228600" lvl="0" indent="-2286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Safe public use — fully synthetic, no copyrighted content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B902E6-57B4-5234-7917-298377FD1A71}"/>
              </a:ext>
            </a:extLst>
          </p:cNvPr>
          <p:cNvSpPr txBox="1"/>
          <p:nvPr/>
        </p:nvSpPr>
        <p:spPr>
          <a:xfrm>
            <a:off x="402565" y="57761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Spotify Music Analytics Dataset (2015–2025)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5DE87E-7542-393A-D0B0-EAD522E3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65" y="3429000"/>
            <a:ext cx="6391322" cy="2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14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643D-8ED0-C8FB-77AD-EB00C270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D506-F7D9-05AD-FC6C-1C33C41E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Duration vs Stream Count</a:t>
            </a:r>
            <a:endParaRPr lang="el-GR" dirty="0"/>
          </a:p>
          <a:p>
            <a:r>
              <a:rPr lang="en-US" dirty="0"/>
              <a:t>Stream Count Distribution by Genre (Log Scale)</a:t>
            </a:r>
            <a:endParaRPr lang="el-GR" dirty="0"/>
          </a:p>
          <a:p>
            <a:r>
              <a:rPr lang="en-US" dirty="0"/>
              <a:t>Stream Popularity (log scale)</a:t>
            </a:r>
            <a:endParaRPr lang="el-GR" dirty="0"/>
          </a:p>
          <a:p>
            <a:r>
              <a:rPr lang="en-US" dirty="0"/>
              <a:t>Stream Count vs Distribution by Genre (Log Scale)</a:t>
            </a:r>
            <a:endParaRPr lang="el-GR" dirty="0"/>
          </a:p>
          <a:p>
            <a:r>
              <a:rPr lang="en-US" dirty="0"/>
              <a:t>Change of Genre Danceability Over Time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66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EB475-0963-7AC6-43A2-85AC275D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2644" y="1690688"/>
            <a:ext cx="6900206" cy="435133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81908C1-2D12-619F-18CA-2C9C1334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Duration vs Stream Count</a:t>
            </a:r>
          </a:p>
        </p:txBody>
      </p:sp>
    </p:spTree>
    <p:extLst>
      <p:ext uri="{BB962C8B-B14F-4D97-AF65-F5344CB8AC3E}">
        <p14:creationId xmlns:p14="http://schemas.microsoft.com/office/powerpoint/2010/main" val="67380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4379-5034-EC44-6E6B-B336CBDB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 Count Distribution by Genre (Log Scale)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894E17-8AFC-CBC4-FE83-1AA08D9A6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7956" y="1971097"/>
            <a:ext cx="7309649" cy="43513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DBEE-6B80-ABB8-C754-B5B512363ED6}"/>
              </a:ext>
            </a:extLst>
          </p:cNvPr>
          <p:cNvSpPr txBox="1">
            <a:spLocks/>
          </p:cNvSpPr>
          <p:nvPr/>
        </p:nvSpPr>
        <p:spPr>
          <a:xfrm>
            <a:off x="889958" y="2881223"/>
            <a:ext cx="3331234" cy="2007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are equally distributed across Genre and Stream count</a:t>
            </a:r>
          </a:p>
        </p:txBody>
      </p:sp>
    </p:spTree>
    <p:extLst>
      <p:ext uri="{BB962C8B-B14F-4D97-AF65-F5344CB8AC3E}">
        <p14:creationId xmlns:p14="http://schemas.microsoft.com/office/powerpoint/2010/main" val="198667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EA1D-152F-3571-EE30-67DBD61E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 Count Distribution by Genre (Log Scale)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E78BF-60ED-95DF-83A4-7CB5592BB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41" y="1794292"/>
            <a:ext cx="7591459" cy="44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8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EEE0-2EBD-94A3-55C7-AECA345C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Genre Danceability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53836B-3C00-3C1A-4958-84B0A3FE5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092" y="1894898"/>
            <a:ext cx="7282258" cy="435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A8603F-A690-AE08-341F-B8FD2D7F3B46}"/>
              </a:ext>
            </a:extLst>
          </p:cNvPr>
          <p:cNvSpPr txBox="1"/>
          <p:nvPr/>
        </p:nvSpPr>
        <p:spPr>
          <a:xfrm>
            <a:off x="741872" y="2317631"/>
            <a:ext cx="26339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Rock records was valued more danceable from 2019 to 2025</a:t>
            </a:r>
          </a:p>
        </p:txBody>
      </p:sp>
    </p:spTree>
    <p:extLst>
      <p:ext uri="{BB962C8B-B14F-4D97-AF65-F5344CB8AC3E}">
        <p14:creationId xmlns:p14="http://schemas.microsoft.com/office/powerpoint/2010/main" val="148968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7AAC-8426-47B4-1652-6FBB11BD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Comments</a:t>
            </a:r>
            <a:br>
              <a:rPr lang="el-GR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88EB90-4438-5C9C-9B33-6D25F869A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128" y="1371601"/>
            <a:ext cx="6187050" cy="501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2C4C-02CA-6754-7866-546D117C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81" y="35362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Summing up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CFF6E6-2B1F-9802-C253-6662CC328E7D}"/>
              </a:ext>
            </a:extLst>
          </p:cNvPr>
          <p:cNvSpPr txBox="1">
            <a:spLocks/>
          </p:cNvSpPr>
          <p:nvPr/>
        </p:nvSpPr>
        <p:spPr>
          <a:xfrm>
            <a:off x="764876" y="1489495"/>
            <a:ext cx="10413521" cy="4485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is synthetic and evenly distributed around categories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Features behave </a:t>
            </a:r>
            <a:r>
              <a:rPr lang="en-US" sz="2800" b="1" dirty="0"/>
              <a:t>independently</a:t>
            </a:r>
            <a:r>
              <a:rPr lang="en-US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meaningful relationships between music attributes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Weak signal realism</a:t>
            </a:r>
          </a:p>
          <a:p>
            <a:pPr algn="ctr"/>
            <a:endParaRPr lang="el-GR" sz="3600" dirty="0"/>
          </a:p>
          <a:p>
            <a:pPr algn="ctr"/>
            <a:endParaRPr lang="el-GR" dirty="0"/>
          </a:p>
          <a:p>
            <a:pPr algn="ctr"/>
            <a:r>
              <a:rPr lang="en-US" dirty="0"/>
              <a:t>The data cannot be used for meaningful analysis.</a:t>
            </a:r>
          </a:p>
        </p:txBody>
      </p:sp>
    </p:spTree>
    <p:extLst>
      <p:ext uri="{BB962C8B-B14F-4D97-AF65-F5344CB8AC3E}">
        <p14:creationId xmlns:p14="http://schemas.microsoft.com/office/powerpoint/2010/main" val="3090827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acca971-55ee-4f70-82de-1dfbfc227017}" enabled="1" method="Standard" siteId="{ce73e05e-1b4e-4df3-b69c-705b18aaeef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178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Contents</vt:lpstr>
      <vt:lpstr>Duration vs Stream Count</vt:lpstr>
      <vt:lpstr>Stream Count Distribution by Genre (Log Scale) </vt:lpstr>
      <vt:lpstr>Stream Count Distribution by Genre (Log Scale) </vt:lpstr>
      <vt:lpstr>Genre Danceability Over Time</vt:lpstr>
      <vt:lpstr>User Comments </vt:lpstr>
      <vt:lpstr>Summing up</vt:lpstr>
    </vt:vector>
  </TitlesOfParts>
  <Company>Public Power Corporation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Lefakis Stavros</dc:creator>
  <cp:lastModifiedBy>Lefakis Stavros</cp:lastModifiedBy>
  <cp:revision>2</cp:revision>
  <dcterms:created xsi:type="dcterms:W3CDTF">2026-06-20T13:30:23Z</dcterms:created>
  <dcterms:modified xsi:type="dcterms:W3CDTF">2026-06-20T14:28:16Z</dcterms:modified>
</cp:coreProperties>
</file>